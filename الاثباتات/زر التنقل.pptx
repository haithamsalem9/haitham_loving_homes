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82" d="100"/>
          <a:sy n="82" d="100"/>
        </p:scale>
        <p:origin x="28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xmlns="" id="{9A70CEBA-3973-EC36-78ED-C9B66279A3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xmlns="" id="{F6F9A7B2-5CF9-B1D9-720A-9A915D1AF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xmlns="" id="{91E9B127-5468-B0A7-7C98-B079085D5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05A43-92C2-46EB-87F9-47378BA3A63D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xmlns="" id="{FDA7B6E1-4C90-B273-595F-9BB3C8A36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xmlns="" id="{688AA98F-43C6-EE0B-E2B1-1B8CE0D91D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D6E93-D115-4BF7-B669-E408A3D55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86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xmlns="" id="{80B28CBE-4F7F-EC52-9D94-07DCD66BB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xmlns="" id="{6896030E-C23C-8641-E9C9-3F3CDD8EA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xmlns="" id="{A7C8669E-6BCA-69F7-2DA0-BF62B8BC9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05A43-92C2-46EB-87F9-47378BA3A63D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xmlns="" id="{9B2E56AC-B877-D0AF-B810-84AFF8AEB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xmlns="" id="{2AA5921D-55B2-50CD-AFB1-3ACA7EB26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D6E93-D115-4BF7-B669-E408A3D55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378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xmlns="" id="{DE94870A-BB4F-3813-F54A-80C224511C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xmlns="" id="{720BAE7F-1DD7-1E26-1CB7-187773767D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xmlns="" id="{2205241E-A34B-5398-31C4-5070371BF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05A43-92C2-46EB-87F9-47378BA3A63D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xmlns="" id="{1BF08213-3002-F75F-D977-300E35623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xmlns="" id="{5C0B6889-FDBE-251A-3EC0-D296CF699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D6E93-D115-4BF7-B669-E408A3D55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419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xmlns="" id="{10087EAD-EAF1-B1ED-5E19-5E925B347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xmlns="" id="{4516B49D-8081-6133-BE8F-E8CD42C03A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xmlns="" id="{9AFCC2B4-2DA1-22AD-4442-4931C01158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xmlns="" id="{54ED1DC6-E126-94D0-25E3-F51A1809C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05A43-92C2-46EB-87F9-47378BA3A63D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xmlns="" id="{8EA1B160-DBF0-3FA1-E74A-4D098DFB1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xmlns="" id="{AB2D29D8-9043-0C6F-30D5-C9BDC1D40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D6E93-D115-4BF7-B669-E408A3D55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586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xmlns="" id="{B8ED0B57-6319-3089-C306-429B06EE7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xmlns="" id="{3C366D12-E8BA-AC3D-223F-02DC5EE2AD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xmlns="" id="{BD2CA5BF-A369-35A1-4EF6-E919F84498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xmlns="" id="{1CFCE884-EFC7-00EE-060C-C75C7A16E5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xmlns="" id="{166F2D9D-9877-0624-C119-ADB416705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xmlns="" id="{ECCAC96F-6B41-EA42-40F8-85CAAE8A3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05A43-92C2-46EB-87F9-47378BA3A63D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xmlns="" id="{FEDFE0E5-886C-AFCD-64B2-5F302A9CF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xmlns="" id="{0D91FB10-7EBA-5F40-4F97-6E711A9DA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D6E93-D115-4BF7-B669-E408A3D55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2157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xmlns="" id="{78954A18-5B3C-10E9-058B-655189F59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xmlns="" id="{26101ACF-438B-1074-1187-BB74483C59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05A43-92C2-46EB-87F9-47378BA3A63D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xmlns="" id="{F8304F46-6569-FB47-76DB-7A3341764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xmlns="" id="{777F7948-C4C8-0C08-64F6-3357EAAB1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D6E93-D115-4BF7-B669-E408A3D55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696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xmlns="" id="{1F49FF1C-222E-0CC9-EDF8-F3AFEFA2C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05A43-92C2-46EB-87F9-47378BA3A63D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xmlns="" id="{E25FBE12-4AB0-5CF5-AAC1-5A66CE44F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xmlns="" id="{11C5036C-0C56-8D78-1EF2-BE8E499EC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D6E93-D115-4BF7-B669-E408A3D55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06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xmlns="" id="{63A9CB05-80A2-D55B-6D94-C7D1970DC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xmlns="" id="{6DDD78EE-B2C4-9A15-43DE-DB33DDFEE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xmlns="" id="{09172A5F-6E8D-3CE6-997C-3CA702D9CC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xmlns="" id="{CB09351E-DDBE-4308-A612-B1D797BDD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05A43-92C2-46EB-87F9-47378BA3A63D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xmlns="" id="{076C31AA-418C-BB11-E56A-01AD7CD06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xmlns="" id="{8A0E0501-9E45-F5D8-F8E9-35B1B2F894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D6E93-D115-4BF7-B669-E408A3D55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7402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xmlns="" id="{85705049-2FD0-B128-E16E-6F0F2E83B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xmlns="" id="{C07EB0B0-9676-AA03-8D65-8069C51BCE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xmlns="" id="{275DED63-E1F3-6F12-0FA6-A70CFB0FC2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xmlns="" id="{8DADD9F5-CDB4-82B8-A3DE-E83F76166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05A43-92C2-46EB-87F9-47378BA3A63D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xmlns="" id="{70049B8F-75B5-203B-17FE-6D9F4F5669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xmlns="" id="{2853E58C-7C19-9C23-6712-B9F74CC9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D6E93-D115-4BF7-B669-E408A3D55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289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xmlns="" id="{38BDFC6F-7998-4E04-3735-E598338E4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xmlns="" id="{46794109-90BE-50D9-45D4-12225155D7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xmlns="" id="{A3CB2E42-419B-2790-D2B0-A5E3DCB2D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05A43-92C2-46EB-87F9-47378BA3A63D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xmlns="" id="{8AE654A3-0497-9BEC-B6E5-AC98884D4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xmlns="" id="{A9EADCF0-E801-0F6A-5926-703116A85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D6E93-D115-4BF7-B669-E408A3D55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0051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xmlns="" id="{E88206C8-EAC1-713B-A19B-8D705B887D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xmlns="" id="{3159946F-79BA-138F-34C6-8E804C24D9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xmlns="" id="{E480347B-7000-309D-47B0-FB3CD368D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305A43-92C2-46EB-87F9-47378BA3A63D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xmlns="" id="{D8D19A83-AC95-BEAC-90BB-DCD0D49F1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xmlns="" id="{2A66F920-2A06-4B92-1394-34498665F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CD6E93-D115-4BF7-B669-E408A3D55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2496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xmlns="" id="{B4ED6EFA-7B8E-A62C-2D8D-1A1C3D61CD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US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xmlns="" id="{14C3A5D8-C826-264B-729B-EC329EA91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xmlns="" id="{9E8F8D07-1881-5748-0818-9C0C6D5B0C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305A43-92C2-46EB-87F9-47378BA3A63D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xmlns="" id="{C0E5913E-9615-F218-F6E9-4E478A8531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xmlns="" id="{114B0F57-C7E4-5E9B-DDF8-221AACA929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CD6E93-D115-4BF7-B669-E408A3D556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1799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مستطيل: زوايا مستديرة 4">
            <a:extLst>
              <a:ext uri="{FF2B5EF4-FFF2-40B4-BE49-F238E27FC236}">
                <a16:creationId xmlns:a16="http://schemas.microsoft.com/office/drawing/2014/main" xmlns="" id="{D7125B27-30B2-6717-E8D3-67EE8CB810D6}"/>
              </a:ext>
            </a:extLst>
          </p:cNvPr>
          <p:cNvSpPr/>
          <p:nvPr/>
        </p:nvSpPr>
        <p:spPr>
          <a:xfrm>
            <a:off x="5952564" y="735106"/>
            <a:ext cx="1559859" cy="69924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JO" dirty="0"/>
              <a:t>الصفحة الرئيسية</a:t>
            </a:r>
            <a:endParaRPr lang="en-US" dirty="0"/>
          </a:p>
        </p:txBody>
      </p:sp>
      <p:sp>
        <p:nvSpPr>
          <p:cNvPr id="6" name="مستطيل: زوايا مستديرة 5">
            <a:extLst>
              <a:ext uri="{FF2B5EF4-FFF2-40B4-BE49-F238E27FC236}">
                <a16:creationId xmlns:a16="http://schemas.microsoft.com/office/drawing/2014/main" xmlns="" id="{675C097E-3B12-9A35-DB9C-E979062D6CF3}"/>
              </a:ext>
            </a:extLst>
          </p:cNvPr>
          <p:cNvSpPr/>
          <p:nvPr/>
        </p:nvSpPr>
        <p:spPr>
          <a:xfrm>
            <a:off x="2483224" y="2151526"/>
            <a:ext cx="1559859" cy="69924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JO" sz="1800" dirty="0" smtClean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الخدمات </a:t>
            </a:r>
            <a:endParaRPr lang="en-US" dirty="0"/>
          </a:p>
        </p:txBody>
      </p:sp>
      <p:sp>
        <p:nvSpPr>
          <p:cNvPr id="7" name="مستطيل: زوايا مستديرة 6">
            <a:extLst>
              <a:ext uri="{FF2B5EF4-FFF2-40B4-BE49-F238E27FC236}">
                <a16:creationId xmlns:a16="http://schemas.microsoft.com/office/drawing/2014/main" xmlns="" id="{5505B9C2-7C57-62C2-237A-02660AD7BA3B}"/>
              </a:ext>
            </a:extLst>
          </p:cNvPr>
          <p:cNvSpPr/>
          <p:nvPr/>
        </p:nvSpPr>
        <p:spPr>
          <a:xfrm>
            <a:off x="8857129" y="2151523"/>
            <a:ext cx="1559859" cy="69924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JO" dirty="0"/>
              <a:t>اتصل بنا</a:t>
            </a:r>
            <a:endParaRPr lang="en-US" dirty="0"/>
          </a:p>
        </p:txBody>
      </p:sp>
      <p:sp>
        <p:nvSpPr>
          <p:cNvPr id="8" name="مستطيل: زوايا مستديرة 7">
            <a:extLst>
              <a:ext uri="{FF2B5EF4-FFF2-40B4-BE49-F238E27FC236}">
                <a16:creationId xmlns:a16="http://schemas.microsoft.com/office/drawing/2014/main" xmlns="" id="{C850A72D-1AD2-D8EE-7A8B-E1411750ED5D}"/>
              </a:ext>
            </a:extLst>
          </p:cNvPr>
          <p:cNvSpPr/>
          <p:nvPr/>
        </p:nvSpPr>
        <p:spPr>
          <a:xfrm>
            <a:off x="6893858" y="2151524"/>
            <a:ext cx="1559859" cy="69924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JO" dirty="0" smtClean="0"/>
              <a:t>نصائح العناية</a:t>
            </a:r>
            <a:endParaRPr lang="en-US" dirty="0"/>
          </a:p>
        </p:txBody>
      </p:sp>
      <p:sp>
        <p:nvSpPr>
          <p:cNvPr id="9" name="مستطيل: زوايا مستديرة 8">
            <a:extLst>
              <a:ext uri="{FF2B5EF4-FFF2-40B4-BE49-F238E27FC236}">
                <a16:creationId xmlns:a16="http://schemas.microsoft.com/office/drawing/2014/main" xmlns="" id="{9B820F32-E8DA-FEDB-EE15-023132ADC97C}"/>
              </a:ext>
            </a:extLst>
          </p:cNvPr>
          <p:cNvSpPr/>
          <p:nvPr/>
        </p:nvSpPr>
        <p:spPr>
          <a:xfrm>
            <a:off x="4849906" y="2151525"/>
            <a:ext cx="1559859" cy="699247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ar-JO" dirty="0" smtClean="0">
                <a:latin typeface="Calibri" panose="020F0502020204030204" pitchFamily="34" charset="0"/>
                <a:cs typeface="Arial" panose="020B0604020202020204" pitchFamily="34" charset="0"/>
              </a:rPr>
              <a:t>الباقات</a:t>
            </a:r>
            <a:endParaRPr lang="en-US" dirty="0"/>
          </a:p>
        </p:txBody>
      </p:sp>
      <p:cxnSp>
        <p:nvCxnSpPr>
          <p:cNvPr id="11" name="رابط كسهم مستقيم 10">
            <a:extLst>
              <a:ext uri="{FF2B5EF4-FFF2-40B4-BE49-F238E27FC236}">
                <a16:creationId xmlns:a16="http://schemas.microsoft.com/office/drawing/2014/main" xmlns="" id="{5DC859B2-A07E-57BD-7D2B-BA96BE22F9CB}"/>
              </a:ext>
            </a:extLst>
          </p:cNvPr>
          <p:cNvCxnSpPr>
            <a:stCxn id="5" idx="1"/>
          </p:cNvCxnSpPr>
          <p:nvPr/>
        </p:nvCxnSpPr>
        <p:spPr>
          <a:xfrm flipH="1">
            <a:off x="3514165" y="1084730"/>
            <a:ext cx="2438399" cy="10667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رابط كسهم مستقيم 12">
            <a:extLst>
              <a:ext uri="{FF2B5EF4-FFF2-40B4-BE49-F238E27FC236}">
                <a16:creationId xmlns:a16="http://schemas.microsoft.com/office/drawing/2014/main" xmlns="" id="{F7D48BCF-4CE8-D503-6464-ED912A2D13B8}"/>
              </a:ext>
            </a:extLst>
          </p:cNvPr>
          <p:cNvCxnSpPr>
            <a:endCxn id="9" idx="0"/>
          </p:cNvCxnSpPr>
          <p:nvPr/>
        </p:nvCxnSpPr>
        <p:spPr>
          <a:xfrm flipH="1">
            <a:off x="5629836" y="1434353"/>
            <a:ext cx="645458" cy="7171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رابط كسهم مستقيم 14">
            <a:extLst>
              <a:ext uri="{FF2B5EF4-FFF2-40B4-BE49-F238E27FC236}">
                <a16:creationId xmlns:a16="http://schemas.microsoft.com/office/drawing/2014/main" xmlns="" id="{EBAFAD76-8014-5781-6D83-2F93FF6E1739}"/>
              </a:ext>
            </a:extLst>
          </p:cNvPr>
          <p:cNvCxnSpPr>
            <a:endCxn id="8" idx="0"/>
          </p:cNvCxnSpPr>
          <p:nvPr/>
        </p:nvCxnSpPr>
        <p:spPr>
          <a:xfrm>
            <a:off x="7180729" y="1434353"/>
            <a:ext cx="493059" cy="7171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رابط كسهم مستقيم 16">
            <a:extLst>
              <a:ext uri="{FF2B5EF4-FFF2-40B4-BE49-F238E27FC236}">
                <a16:creationId xmlns:a16="http://schemas.microsoft.com/office/drawing/2014/main" xmlns="" id="{8FCEFB74-46B4-47A9-6A6C-B01277F8C013}"/>
              </a:ext>
            </a:extLst>
          </p:cNvPr>
          <p:cNvCxnSpPr>
            <a:stCxn id="5" idx="3"/>
          </p:cNvCxnSpPr>
          <p:nvPr/>
        </p:nvCxnSpPr>
        <p:spPr>
          <a:xfrm>
            <a:off x="7512423" y="1084730"/>
            <a:ext cx="1990165" cy="10667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4296341"/>
      </p:ext>
    </p:extLst>
  </p:cSld>
  <p:clrMapOvr>
    <a:masterClrMapping/>
  </p:clrMapOvr>
</p:sld>
</file>

<file path=ppt/theme/theme1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8</Words>
  <Application>Microsoft Office PowerPoint</Application>
  <PresentationFormat>ملء الشاشة</PresentationFormat>
  <Paragraphs>5</Paragraphs>
  <Slides>1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نسق Office</vt:lpstr>
      <vt:lpstr>عرض تقديمي في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عرض تقديمي في PowerPoint</dc:title>
  <dc:creator>user</dc:creator>
  <cp:lastModifiedBy>حساب Microsoft</cp:lastModifiedBy>
  <cp:revision>2</cp:revision>
  <dcterms:created xsi:type="dcterms:W3CDTF">2025-06-03T06:23:15Z</dcterms:created>
  <dcterms:modified xsi:type="dcterms:W3CDTF">2026-03-06T14:15:01Z</dcterms:modified>
</cp:coreProperties>
</file>