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380"/>
    <p:restoredTop sz="94660"/>
  </p:normalViewPr>
  <p:slideViewPr>
    <p:cSldViewPr snapToGrid="0">
      <p:cViewPr varScale="1">
        <p:scale>
          <a:sx n="105" d="100"/>
          <a:sy n="105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2D2C20FD-1FA2-56E8-C6CD-5FD08595F2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979A4683-85E1-B7D7-0346-D8B057EE50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en-US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9758B6C1-931D-7F50-C2BF-46D4BD8E2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6F1A-808F-4DE9-8E53-EC2C48EC48E3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23453F84-9356-F55E-9B7B-7397B51B7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C62C94AF-BAED-7F44-DB3F-9325F1C3C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0691C-593F-4FD3-9073-87FB0D0E9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619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034519D0-716A-5F36-E926-1FC82C6F4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D0D79BF1-0171-C7F6-875F-269E3938F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886A617A-51DA-8D48-EF97-56454AA9F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6F1A-808F-4DE9-8E53-EC2C48EC48E3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E0FC5FA5-05F9-C58F-9983-53867422E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EEA16307-E975-A4F5-50C9-F2E797DA0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0691C-593F-4FD3-9073-87FB0D0E9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861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7B7A7E2-0648-DB8E-27A5-39EF0F95C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7CE97A52-5A13-C08D-B4A2-74A88F27C3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4C45EE4F-DF5D-2513-8913-BEEE94D67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6F1A-808F-4DE9-8E53-EC2C48EC48E3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6D96D906-0475-6D2D-8584-F628CDC6B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1C4C2388-38E1-4C84-020A-8B5494CC0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0691C-593F-4FD3-9073-87FB0D0E9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368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850EDC92-2B0B-CCE7-AE7E-1011D4680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9E6B1E0A-1794-722D-4BF2-C3C93E0A6F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3BDD8CD1-15C3-542E-0B6A-CA6427245C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9B958F07-602C-D219-2C57-A2916C1D6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6F1A-808F-4DE9-8E53-EC2C48EC48E3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8EC91EC2-63E7-12C7-95BC-EC6A8C8C6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91066391-1B66-EE20-AA6C-110F902D4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0691C-593F-4FD3-9073-87FB0D0E9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852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196BEA95-55E6-9C9B-1ACC-EF77BC3A2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1BF917D7-FBC2-368E-89F4-138D08CEC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FF00E4C6-EC4B-1DD5-C973-182472023C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881825AD-C1EE-052B-6213-DB52DB015E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id="{6DB23057-F5B5-9AB4-11B8-F35AA17D7C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E640CE72-9838-2F0E-E80D-EC5A99FDD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6F1A-808F-4DE9-8E53-EC2C48EC48E3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654455C8-C8C2-2FFD-6AA9-EC30360AC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C38907F4-319F-33D6-627C-C73BFAC21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0691C-593F-4FD3-9073-87FB0D0E9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482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25E2DA5-A03F-8F6F-EFA9-F79631580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1F57E46D-0936-939A-04D6-200269569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6F1A-808F-4DE9-8E53-EC2C48EC48E3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CFDA0037-2238-B902-FB20-F9D0B7471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AA1A8674-3EB9-5A6A-370C-4DEEC11E5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0691C-593F-4FD3-9073-87FB0D0E9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230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92A52DB3-89DF-4F3A-E080-BF0546DDE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6F1A-808F-4DE9-8E53-EC2C48EC48E3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E6686F95-70DE-CB1D-EB37-6FED6474A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90EC0960-F138-250A-F213-2F25E3DBE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0691C-593F-4FD3-9073-87FB0D0E9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065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53C2FE0-D9CC-52B0-E469-6AC5CA52D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35AA2F2D-7AF3-0BF2-1EA5-7C532A555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027F71EB-5310-2626-799F-11A66FA6B9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1462C2A8-B2B4-68AD-362A-214BEDC51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6F1A-808F-4DE9-8E53-EC2C48EC48E3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6B836F73-5EA1-70E8-9670-AC5DC2EF5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20DF9AAB-9611-4633-BC49-FBAAE6750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0691C-593F-4FD3-9073-87FB0D0E9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533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870241E-F42B-B418-5414-DAFD3ADF6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6C75683C-0EB6-A3FE-9757-8DF6BF215A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B5B5805F-EAC7-0DC0-52AF-EB669AC871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B1456EB7-2F80-9CD6-E7B5-702EF2ED8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6F1A-808F-4DE9-8E53-EC2C48EC48E3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9B5214A2-E3F8-C2CF-4C4B-7107E2E83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A4CBAC57-582A-69F1-B81A-F7331C32B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0691C-593F-4FD3-9073-87FB0D0E9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132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58527740-3C9A-4C69-A643-4BC1E43B7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90E98F3C-5245-8354-E786-2BBF19D201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A479AAF8-27E7-E7F4-CF41-318E1CECC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6F1A-808F-4DE9-8E53-EC2C48EC48E3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78A102BD-87EE-57F6-BF52-7E338C1B0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619A99F3-9F6B-4628-126D-B76AF960A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0691C-593F-4FD3-9073-87FB0D0E9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449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0AC6697E-C368-B59F-078C-E796BD86A7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84293A28-0534-0377-DC20-65A2C80AC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D27C5278-DC1D-71AA-BCF9-F77F9FD82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6F1A-808F-4DE9-8E53-EC2C48EC48E3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C81D0CF8-6704-6967-10EA-2E2A9D33A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BC371684-CEC4-6139-C768-37352F6DB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0691C-593F-4FD3-9073-87FB0D0E9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809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id="{B2A0205B-7815-CD38-4C4B-310CEE8FC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B1B605B5-9D5C-20F0-1781-DFDA4A071F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20CF6B55-6B11-AA60-B3E2-414A34DA7F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BA6F1A-808F-4DE9-8E53-EC2C48EC48E3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6D13DDF5-4C9B-AF59-97F3-97931DCC0F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361395FB-0796-4775-9C99-8DEDE622CF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80691C-593F-4FD3-9073-87FB0D0E9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622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رابط مستقيم 5">
            <a:extLst>
              <a:ext uri="{FF2B5EF4-FFF2-40B4-BE49-F238E27FC236}">
                <a16:creationId xmlns:a16="http://schemas.microsoft.com/office/drawing/2014/main" id="{80C6898E-401D-D95C-13FE-468D0CB8DC86}"/>
              </a:ext>
            </a:extLst>
          </p:cNvPr>
          <p:cNvCxnSpPr/>
          <p:nvPr/>
        </p:nvCxnSpPr>
        <p:spPr>
          <a:xfrm>
            <a:off x="0" y="842683"/>
            <a:ext cx="12192000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" name="مربع نص 6">
            <a:extLst>
              <a:ext uri="{FF2B5EF4-FFF2-40B4-BE49-F238E27FC236}">
                <a16:creationId xmlns:a16="http://schemas.microsoft.com/office/drawing/2014/main" id="{0713BFF5-BFE2-FCCC-D9C1-0913E337A5E0}"/>
              </a:ext>
            </a:extLst>
          </p:cNvPr>
          <p:cNvSpPr txBox="1"/>
          <p:nvPr/>
        </p:nvSpPr>
        <p:spPr>
          <a:xfrm>
            <a:off x="788893" y="238749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12" name="مربع نص 11">
            <a:extLst>
              <a:ext uri="{FF2B5EF4-FFF2-40B4-BE49-F238E27FC236}">
                <a16:creationId xmlns:a16="http://schemas.microsoft.com/office/drawing/2014/main" id="{DD4CA6D1-AB04-BE8C-7FCA-D3C27CB70D6B}"/>
              </a:ext>
            </a:extLst>
          </p:cNvPr>
          <p:cNvSpPr txBox="1"/>
          <p:nvPr/>
        </p:nvSpPr>
        <p:spPr>
          <a:xfrm>
            <a:off x="8758518" y="216806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13" name="مربع نص 12">
            <a:extLst>
              <a:ext uri="{FF2B5EF4-FFF2-40B4-BE49-F238E27FC236}">
                <a16:creationId xmlns:a16="http://schemas.microsoft.com/office/drawing/2014/main" id="{E64BAFA4-DFE4-327A-F00E-685DA157F9EA}"/>
              </a:ext>
            </a:extLst>
          </p:cNvPr>
          <p:cNvSpPr txBox="1"/>
          <p:nvPr/>
        </p:nvSpPr>
        <p:spPr>
          <a:xfrm>
            <a:off x="10775577" y="185076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14" name="مربع نص 13">
            <a:extLst>
              <a:ext uri="{FF2B5EF4-FFF2-40B4-BE49-F238E27FC236}">
                <a16:creationId xmlns:a16="http://schemas.microsoft.com/office/drawing/2014/main" id="{43A69736-65E9-CFCB-AFB3-6FADE5CFF3B2}"/>
              </a:ext>
            </a:extLst>
          </p:cNvPr>
          <p:cNvSpPr txBox="1"/>
          <p:nvPr/>
        </p:nvSpPr>
        <p:spPr>
          <a:xfrm>
            <a:off x="11394142" y="185076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15" name="مربع نص 14">
            <a:extLst>
              <a:ext uri="{FF2B5EF4-FFF2-40B4-BE49-F238E27FC236}">
                <a16:creationId xmlns:a16="http://schemas.microsoft.com/office/drawing/2014/main" id="{EC041966-DDEC-13A8-C4C1-8BC3D80FE018}"/>
              </a:ext>
            </a:extLst>
          </p:cNvPr>
          <p:cNvSpPr txBox="1"/>
          <p:nvPr/>
        </p:nvSpPr>
        <p:spPr>
          <a:xfrm>
            <a:off x="10076330" y="204834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16" name="مربع نص 15">
            <a:extLst>
              <a:ext uri="{FF2B5EF4-FFF2-40B4-BE49-F238E27FC236}">
                <a16:creationId xmlns:a16="http://schemas.microsoft.com/office/drawing/2014/main" id="{8B57C8F0-1559-2B24-D886-284EDFDD80E1}"/>
              </a:ext>
            </a:extLst>
          </p:cNvPr>
          <p:cNvSpPr txBox="1"/>
          <p:nvPr/>
        </p:nvSpPr>
        <p:spPr>
          <a:xfrm>
            <a:off x="9457765" y="216806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17" name="مربع نص 16">
            <a:extLst>
              <a:ext uri="{FF2B5EF4-FFF2-40B4-BE49-F238E27FC236}">
                <a16:creationId xmlns:a16="http://schemas.microsoft.com/office/drawing/2014/main" id="{0678242E-A66F-8BD7-E70A-D407F6D34B90}"/>
              </a:ext>
            </a:extLst>
          </p:cNvPr>
          <p:cNvSpPr txBox="1"/>
          <p:nvPr/>
        </p:nvSpPr>
        <p:spPr>
          <a:xfrm>
            <a:off x="5710519" y="1826348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18" name="مربع نص 17">
            <a:extLst>
              <a:ext uri="{FF2B5EF4-FFF2-40B4-BE49-F238E27FC236}">
                <a16:creationId xmlns:a16="http://schemas.microsoft.com/office/drawing/2014/main" id="{D0855178-849C-3E29-5A34-7699BDE5152C}"/>
              </a:ext>
            </a:extLst>
          </p:cNvPr>
          <p:cNvSpPr txBox="1"/>
          <p:nvPr/>
        </p:nvSpPr>
        <p:spPr>
          <a:xfrm>
            <a:off x="5325036" y="1126216"/>
            <a:ext cx="11250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3200" dirty="0"/>
              <a:t>صورة</a:t>
            </a:r>
            <a:endParaRPr lang="en-US" sz="3200" dirty="0"/>
          </a:p>
        </p:txBody>
      </p:sp>
      <p:sp>
        <p:nvSpPr>
          <p:cNvPr id="23" name="مربع نص 22">
            <a:extLst>
              <a:ext uri="{FF2B5EF4-FFF2-40B4-BE49-F238E27FC236}">
                <a16:creationId xmlns:a16="http://schemas.microsoft.com/office/drawing/2014/main" id="{1F598E72-AE80-2055-81E4-7379CF4596D5}"/>
              </a:ext>
            </a:extLst>
          </p:cNvPr>
          <p:cNvSpPr txBox="1"/>
          <p:nvPr/>
        </p:nvSpPr>
        <p:spPr>
          <a:xfrm>
            <a:off x="5827058" y="5409437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cxnSp>
        <p:nvCxnSpPr>
          <p:cNvPr id="25" name="رابط مستقيم 24">
            <a:extLst>
              <a:ext uri="{FF2B5EF4-FFF2-40B4-BE49-F238E27FC236}">
                <a16:creationId xmlns:a16="http://schemas.microsoft.com/office/drawing/2014/main" id="{93651387-23E5-33F1-9030-F35D8B6D76E8}"/>
              </a:ext>
            </a:extLst>
          </p:cNvPr>
          <p:cNvCxnSpPr/>
          <p:nvPr/>
        </p:nvCxnSpPr>
        <p:spPr>
          <a:xfrm>
            <a:off x="0" y="5809547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مربع نص 25">
            <a:extLst>
              <a:ext uri="{FF2B5EF4-FFF2-40B4-BE49-F238E27FC236}">
                <a16:creationId xmlns:a16="http://schemas.microsoft.com/office/drawing/2014/main" id="{A12AB5F9-5DFC-4C41-B17F-FD15582E2533}"/>
              </a:ext>
            </a:extLst>
          </p:cNvPr>
          <p:cNvSpPr txBox="1"/>
          <p:nvPr/>
        </p:nvSpPr>
        <p:spPr>
          <a:xfrm>
            <a:off x="5289178" y="5918356"/>
            <a:ext cx="690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رابط</a:t>
            </a:r>
            <a:endParaRPr lang="en-US" sz="2000" dirty="0"/>
          </a:p>
        </p:txBody>
      </p:sp>
      <p:sp>
        <p:nvSpPr>
          <p:cNvPr id="30" name="مربع نص 29">
            <a:extLst>
              <a:ext uri="{FF2B5EF4-FFF2-40B4-BE49-F238E27FC236}">
                <a16:creationId xmlns:a16="http://schemas.microsoft.com/office/drawing/2014/main" id="{0C37572C-4EB4-278F-3446-02EFF533D5B3}"/>
              </a:ext>
            </a:extLst>
          </p:cNvPr>
          <p:cNvSpPr txBox="1"/>
          <p:nvPr/>
        </p:nvSpPr>
        <p:spPr>
          <a:xfrm>
            <a:off x="4365811" y="5929746"/>
            <a:ext cx="690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رابط</a:t>
            </a:r>
            <a:endParaRPr lang="en-US" sz="2000" dirty="0"/>
          </a:p>
        </p:txBody>
      </p:sp>
      <p:sp>
        <p:nvSpPr>
          <p:cNvPr id="31" name="مربع نص 30">
            <a:extLst>
              <a:ext uri="{FF2B5EF4-FFF2-40B4-BE49-F238E27FC236}">
                <a16:creationId xmlns:a16="http://schemas.microsoft.com/office/drawing/2014/main" id="{EC8DC9BD-E4AE-16FD-5376-E43F0DF60024}"/>
              </a:ext>
            </a:extLst>
          </p:cNvPr>
          <p:cNvSpPr txBox="1"/>
          <p:nvPr/>
        </p:nvSpPr>
        <p:spPr>
          <a:xfrm>
            <a:off x="6039970" y="5924905"/>
            <a:ext cx="690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رابط</a:t>
            </a:r>
            <a:endParaRPr lang="en-US" sz="2000" dirty="0"/>
          </a:p>
        </p:txBody>
      </p:sp>
      <p:sp>
        <p:nvSpPr>
          <p:cNvPr id="32" name="مربع نص 31">
            <a:extLst>
              <a:ext uri="{FF2B5EF4-FFF2-40B4-BE49-F238E27FC236}">
                <a16:creationId xmlns:a16="http://schemas.microsoft.com/office/drawing/2014/main" id="{7F2390E3-9F72-1D99-CCE9-7E47009B4B3A}"/>
              </a:ext>
            </a:extLst>
          </p:cNvPr>
          <p:cNvSpPr txBox="1"/>
          <p:nvPr/>
        </p:nvSpPr>
        <p:spPr>
          <a:xfrm>
            <a:off x="6963337" y="5906967"/>
            <a:ext cx="690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رابط</a:t>
            </a:r>
            <a:endParaRPr lang="en-US" sz="2000" dirty="0"/>
          </a:p>
        </p:txBody>
      </p:sp>
      <p:cxnSp>
        <p:nvCxnSpPr>
          <p:cNvPr id="34" name="رابط مستقيم 33">
            <a:extLst>
              <a:ext uri="{FF2B5EF4-FFF2-40B4-BE49-F238E27FC236}">
                <a16:creationId xmlns:a16="http://schemas.microsoft.com/office/drawing/2014/main" id="{AD58FEB8-B159-DC7A-4D33-5ECF8C090A0D}"/>
              </a:ext>
            </a:extLst>
          </p:cNvPr>
          <p:cNvCxnSpPr/>
          <p:nvPr/>
        </p:nvCxnSpPr>
        <p:spPr>
          <a:xfrm>
            <a:off x="0" y="6517341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مربع نص 34">
            <a:extLst>
              <a:ext uri="{FF2B5EF4-FFF2-40B4-BE49-F238E27FC236}">
                <a16:creationId xmlns:a16="http://schemas.microsoft.com/office/drawing/2014/main" id="{8CC0EF2F-E7E8-889C-64F9-4F18FCB07659}"/>
              </a:ext>
            </a:extLst>
          </p:cNvPr>
          <p:cNvSpPr txBox="1"/>
          <p:nvPr/>
        </p:nvSpPr>
        <p:spPr>
          <a:xfrm>
            <a:off x="5771028" y="6457890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2" name="مستطيل: زوايا مستديرة 21">
            <a:extLst>
              <a:ext uri="{FF2B5EF4-FFF2-40B4-BE49-F238E27FC236}">
                <a16:creationId xmlns:a16="http://schemas.microsoft.com/office/drawing/2014/main" id="{9FCEA0BC-747C-79E2-95A5-F3AC486A7FD9}"/>
              </a:ext>
            </a:extLst>
          </p:cNvPr>
          <p:cNvSpPr/>
          <p:nvPr/>
        </p:nvSpPr>
        <p:spPr>
          <a:xfrm>
            <a:off x="122460" y="4146630"/>
            <a:ext cx="5521988" cy="151038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مربع نص 19">
            <a:extLst>
              <a:ext uri="{FF2B5EF4-FFF2-40B4-BE49-F238E27FC236}">
                <a16:creationId xmlns:a16="http://schemas.microsoft.com/office/drawing/2014/main" id="{D8B0C8F0-CB95-1E29-7A17-882F4C9E0BB1}"/>
              </a:ext>
            </a:extLst>
          </p:cNvPr>
          <p:cNvSpPr txBox="1"/>
          <p:nvPr/>
        </p:nvSpPr>
        <p:spPr>
          <a:xfrm>
            <a:off x="192380" y="5041089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11" name="مستطيل: زوايا مستديرة 21">
            <a:extLst>
              <a:ext uri="{FF2B5EF4-FFF2-40B4-BE49-F238E27FC236}">
                <a16:creationId xmlns:a16="http://schemas.microsoft.com/office/drawing/2014/main" id="{00F9A677-B5FF-0720-CF0E-DBF5C389E407}"/>
              </a:ext>
            </a:extLst>
          </p:cNvPr>
          <p:cNvSpPr/>
          <p:nvPr/>
        </p:nvSpPr>
        <p:spPr>
          <a:xfrm>
            <a:off x="132589" y="2569857"/>
            <a:ext cx="5501730" cy="151038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مربع نص 18">
            <a:extLst>
              <a:ext uri="{FF2B5EF4-FFF2-40B4-BE49-F238E27FC236}">
                <a16:creationId xmlns:a16="http://schemas.microsoft.com/office/drawing/2014/main" id="{30BB3180-40BC-A55D-4681-60EB2DC59192}"/>
              </a:ext>
            </a:extLst>
          </p:cNvPr>
          <p:cNvSpPr txBox="1"/>
          <p:nvPr/>
        </p:nvSpPr>
        <p:spPr>
          <a:xfrm>
            <a:off x="12102" y="2991886"/>
            <a:ext cx="8426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3200" dirty="0"/>
              <a:t>نص</a:t>
            </a:r>
            <a:endParaRPr lang="en-US" sz="3200" dirty="0"/>
          </a:p>
        </p:txBody>
      </p:sp>
      <p:sp>
        <p:nvSpPr>
          <p:cNvPr id="24" name="مربع نص 19">
            <a:extLst>
              <a:ext uri="{FF2B5EF4-FFF2-40B4-BE49-F238E27FC236}">
                <a16:creationId xmlns:a16="http://schemas.microsoft.com/office/drawing/2014/main" id="{4E43E2CE-C935-A59E-01C1-5D3A894FE2EE}"/>
              </a:ext>
            </a:extLst>
          </p:cNvPr>
          <p:cNvSpPr txBox="1"/>
          <p:nvPr/>
        </p:nvSpPr>
        <p:spPr>
          <a:xfrm>
            <a:off x="251010" y="3578680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27" name="مستطيل: زوايا مستديرة 21">
            <a:extLst>
              <a:ext uri="{FF2B5EF4-FFF2-40B4-BE49-F238E27FC236}">
                <a16:creationId xmlns:a16="http://schemas.microsoft.com/office/drawing/2014/main" id="{3FA9ABCB-ACC1-45C4-8C50-F156E5B0D2FF}"/>
              </a:ext>
            </a:extLst>
          </p:cNvPr>
          <p:cNvSpPr/>
          <p:nvPr/>
        </p:nvSpPr>
        <p:spPr>
          <a:xfrm>
            <a:off x="6535407" y="4155599"/>
            <a:ext cx="5521988" cy="151038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مستطيل: زوايا مستديرة 21">
            <a:extLst>
              <a:ext uri="{FF2B5EF4-FFF2-40B4-BE49-F238E27FC236}">
                <a16:creationId xmlns:a16="http://schemas.microsoft.com/office/drawing/2014/main" id="{003AA957-F859-5BE7-80EA-FA1ED552B8CD}"/>
              </a:ext>
            </a:extLst>
          </p:cNvPr>
          <p:cNvSpPr/>
          <p:nvPr/>
        </p:nvSpPr>
        <p:spPr>
          <a:xfrm>
            <a:off x="6557683" y="2573432"/>
            <a:ext cx="5521988" cy="151038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مربع نص 18">
            <a:extLst>
              <a:ext uri="{FF2B5EF4-FFF2-40B4-BE49-F238E27FC236}">
                <a16:creationId xmlns:a16="http://schemas.microsoft.com/office/drawing/2014/main" id="{B4C183B9-B42E-DB7E-7E5D-6770BA536600}"/>
              </a:ext>
            </a:extLst>
          </p:cNvPr>
          <p:cNvSpPr txBox="1"/>
          <p:nvPr/>
        </p:nvSpPr>
        <p:spPr>
          <a:xfrm>
            <a:off x="6541995" y="2891551"/>
            <a:ext cx="8426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3200" dirty="0"/>
              <a:t>نص</a:t>
            </a:r>
            <a:endParaRPr lang="en-US" sz="3200" dirty="0"/>
          </a:p>
        </p:txBody>
      </p:sp>
      <p:sp>
        <p:nvSpPr>
          <p:cNvPr id="33" name="مربع نص 19">
            <a:extLst>
              <a:ext uri="{FF2B5EF4-FFF2-40B4-BE49-F238E27FC236}">
                <a16:creationId xmlns:a16="http://schemas.microsoft.com/office/drawing/2014/main" id="{557F027E-CB02-9EF5-2CF7-2AA2669F0554}"/>
              </a:ext>
            </a:extLst>
          </p:cNvPr>
          <p:cNvSpPr txBox="1"/>
          <p:nvPr/>
        </p:nvSpPr>
        <p:spPr>
          <a:xfrm>
            <a:off x="6730253" y="2637525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36" name="مربع نص 19">
            <a:extLst>
              <a:ext uri="{FF2B5EF4-FFF2-40B4-BE49-F238E27FC236}">
                <a16:creationId xmlns:a16="http://schemas.microsoft.com/office/drawing/2014/main" id="{5A0B4DFE-80BC-AFD3-294B-F00576A8BB80}"/>
              </a:ext>
            </a:extLst>
          </p:cNvPr>
          <p:cNvSpPr txBox="1"/>
          <p:nvPr/>
        </p:nvSpPr>
        <p:spPr>
          <a:xfrm>
            <a:off x="6719765" y="3596524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37" name="مربع نص 19">
            <a:extLst>
              <a:ext uri="{FF2B5EF4-FFF2-40B4-BE49-F238E27FC236}">
                <a16:creationId xmlns:a16="http://schemas.microsoft.com/office/drawing/2014/main" id="{0E10646B-BC2F-4CDE-4538-B02A9A4D47F4}"/>
              </a:ext>
            </a:extLst>
          </p:cNvPr>
          <p:cNvSpPr txBox="1"/>
          <p:nvPr/>
        </p:nvSpPr>
        <p:spPr>
          <a:xfrm>
            <a:off x="251009" y="2651228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38" name="مربع نص 18">
            <a:extLst>
              <a:ext uri="{FF2B5EF4-FFF2-40B4-BE49-F238E27FC236}">
                <a16:creationId xmlns:a16="http://schemas.microsoft.com/office/drawing/2014/main" id="{9F11DD14-D666-CCD7-4347-8A0297EC60FE}"/>
              </a:ext>
            </a:extLst>
          </p:cNvPr>
          <p:cNvSpPr txBox="1"/>
          <p:nvPr/>
        </p:nvSpPr>
        <p:spPr>
          <a:xfrm>
            <a:off x="42042" y="4468884"/>
            <a:ext cx="8426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3200" dirty="0"/>
              <a:t>نص</a:t>
            </a:r>
            <a:endParaRPr lang="en-US" sz="3200" dirty="0"/>
          </a:p>
        </p:txBody>
      </p:sp>
      <p:sp>
        <p:nvSpPr>
          <p:cNvPr id="39" name="مربع نص 19">
            <a:extLst>
              <a:ext uri="{FF2B5EF4-FFF2-40B4-BE49-F238E27FC236}">
                <a16:creationId xmlns:a16="http://schemas.microsoft.com/office/drawing/2014/main" id="{2564B7CD-3B11-A416-A426-59AE5DE8AA07}"/>
              </a:ext>
            </a:extLst>
          </p:cNvPr>
          <p:cNvSpPr txBox="1"/>
          <p:nvPr/>
        </p:nvSpPr>
        <p:spPr>
          <a:xfrm>
            <a:off x="222320" y="4160021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40" name="مربع نص 18">
            <a:extLst>
              <a:ext uri="{FF2B5EF4-FFF2-40B4-BE49-F238E27FC236}">
                <a16:creationId xmlns:a16="http://schemas.microsoft.com/office/drawing/2014/main" id="{A394EF39-7456-36AD-43F9-7842C2B33DA4}"/>
              </a:ext>
            </a:extLst>
          </p:cNvPr>
          <p:cNvSpPr txBox="1"/>
          <p:nvPr/>
        </p:nvSpPr>
        <p:spPr>
          <a:xfrm>
            <a:off x="6450106" y="4439131"/>
            <a:ext cx="8426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3200" dirty="0"/>
              <a:t>نص</a:t>
            </a:r>
            <a:endParaRPr lang="en-US" sz="3200" dirty="0"/>
          </a:p>
        </p:txBody>
      </p:sp>
      <p:sp>
        <p:nvSpPr>
          <p:cNvPr id="41" name="مربع نص 19">
            <a:extLst>
              <a:ext uri="{FF2B5EF4-FFF2-40B4-BE49-F238E27FC236}">
                <a16:creationId xmlns:a16="http://schemas.microsoft.com/office/drawing/2014/main" id="{1DD5B678-6135-1A59-B32B-D592B77EC575}"/>
              </a:ext>
            </a:extLst>
          </p:cNvPr>
          <p:cNvSpPr txBox="1"/>
          <p:nvPr/>
        </p:nvSpPr>
        <p:spPr>
          <a:xfrm>
            <a:off x="6602506" y="4150475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42" name="مربع نص 19">
            <a:extLst>
              <a:ext uri="{FF2B5EF4-FFF2-40B4-BE49-F238E27FC236}">
                <a16:creationId xmlns:a16="http://schemas.microsoft.com/office/drawing/2014/main" id="{178E621E-3045-EFF7-F7A3-A75329A62368}"/>
              </a:ext>
            </a:extLst>
          </p:cNvPr>
          <p:cNvSpPr txBox="1"/>
          <p:nvPr/>
        </p:nvSpPr>
        <p:spPr>
          <a:xfrm>
            <a:off x="6694395" y="4953969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27376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رابط مستقيم 19">
            <a:extLst>
              <a:ext uri="{FF2B5EF4-FFF2-40B4-BE49-F238E27FC236}">
                <a16:creationId xmlns:a16="http://schemas.microsoft.com/office/drawing/2014/main" id="{007F8C18-6256-7086-BA7D-AC876D09DF2B}"/>
              </a:ext>
            </a:extLst>
          </p:cNvPr>
          <p:cNvCxnSpPr/>
          <p:nvPr/>
        </p:nvCxnSpPr>
        <p:spPr>
          <a:xfrm>
            <a:off x="0" y="842683"/>
            <a:ext cx="12192000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1" name="مربع نص 20">
            <a:extLst>
              <a:ext uri="{FF2B5EF4-FFF2-40B4-BE49-F238E27FC236}">
                <a16:creationId xmlns:a16="http://schemas.microsoft.com/office/drawing/2014/main" id="{21681C2A-1ABF-1462-1770-BC1F419B99F3}"/>
              </a:ext>
            </a:extLst>
          </p:cNvPr>
          <p:cNvSpPr txBox="1"/>
          <p:nvPr/>
        </p:nvSpPr>
        <p:spPr>
          <a:xfrm>
            <a:off x="788893" y="238749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26" name="مربع نص 25">
            <a:extLst>
              <a:ext uri="{FF2B5EF4-FFF2-40B4-BE49-F238E27FC236}">
                <a16:creationId xmlns:a16="http://schemas.microsoft.com/office/drawing/2014/main" id="{14B32F1E-5CCB-1560-23D2-BE6349EA57CF}"/>
              </a:ext>
            </a:extLst>
          </p:cNvPr>
          <p:cNvSpPr txBox="1"/>
          <p:nvPr/>
        </p:nvSpPr>
        <p:spPr>
          <a:xfrm>
            <a:off x="8758518" y="216806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27" name="مربع نص 26">
            <a:extLst>
              <a:ext uri="{FF2B5EF4-FFF2-40B4-BE49-F238E27FC236}">
                <a16:creationId xmlns:a16="http://schemas.microsoft.com/office/drawing/2014/main" id="{5FCA9536-2381-65A3-C34D-60E5006E1465}"/>
              </a:ext>
            </a:extLst>
          </p:cNvPr>
          <p:cNvSpPr txBox="1"/>
          <p:nvPr/>
        </p:nvSpPr>
        <p:spPr>
          <a:xfrm>
            <a:off x="10775577" y="185076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28" name="مربع نص 27">
            <a:extLst>
              <a:ext uri="{FF2B5EF4-FFF2-40B4-BE49-F238E27FC236}">
                <a16:creationId xmlns:a16="http://schemas.microsoft.com/office/drawing/2014/main" id="{4AF5350B-9C1A-1EA7-A17E-F692B7D80797}"/>
              </a:ext>
            </a:extLst>
          </p:cNvPr>
          <p:cNvSpPr txBox="1"/>
          <p:nvPr/>
        </p:nvSpPr>
        <p:spPr>
          <a:xfrm>
            <a:off x="11394142" y="185076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29" name="مربع نص 28">
            <a:extLst>
              <a:ext uri="{FF2B5EF4-FFF2-40B4-BE49-F238E27FC236}">
                <a16:creationId xmlns:a16="http://schemas.microsoft.com/office/drawing/2014/main" id="{E3265308-4E59-3B9D-7595-0ADCC0ECEF4A}"/>
              </a:ext>
            </a:extLst>
          </p:cNvPr>
          <p:cNvSpPr txBox="1"/>
          <p:nvPr/>
        </p:nvSpPr>
        <p:spPr>
          <a:xfrm>
            <a:off x="10076330" y="204834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30" name="مربع نص 29">
            <a:extLst>
              <a:ext uri="{FF2B5EF4-FFF2-40B4-BE49-F238E27FC236}">
                <a16:creationId xmlns:a16="http://schemas.microsoft.com/office/drawing/2014/main" id="{A3B1C9FD-421D-1EFA-4B6F-EFB8EDF68DCE}"/>
              </a:ext>
            </a:extLst>
          </p:cNvPr>
          <p:cNvSpPr txBox="1"/>
          <p:nvPr/>
        </p:nvSpPr>
        <p:spPr>
          <a:xfrm>
            <a:off x="9457765" y="216806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cxnSp>
        <p:nvCxnSpPr>
          <p:cNvPr id="31" name="رابط مستقيم 30">
            <a:extLst>
              <a:ext uri="{FF2B5EF4-FFF2-40B4-BE49-F238E27FC236}">
                <a16:creationId xmlns:a16="http://schemas.microsoft.com/office/drawing/2014/main" id="{E2D0E283-4CC6-971B-941D-B68A2513F775}"/>
              </a:ext>
            </a:extLst>
          </p:cNvPr>
          <p:cNvCxnSpPr/>
          <p:nvPr/>
        </p:nvCxnSpPr>
        <p:spPr>
          <a:xfrm>
            <a:off x="0" y="5809547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مربع نص 31">
            <a:extLst>
              <a:ext uri="{FF2B5EF4-FFF2-40B4-BE49-F238E27FC236}">
                <a16:creationId xmlns:a16="http://schemas.microsoft.com/office/drawing/2014/main" id="{A9A8EA76-A5FD-967E-0D8D-249428E0DA4A}"/>
              </a:ext>
            </a:extLst>
          </p:cNvPr>
          <p:cNvSpPr txBox="1"/>
          <p:nvPr/>
        </p:nvSpPr>
        <p:spPr>
          <a:xfrm>
            <a:off x="5289178" y="5918356"/>
            <a:ext cx="690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رابط</a:t>
            </a:r>
            <a:endParaRPr lang="en-US" sz="2000" dirty="0"/>
          </a:p>
        </p:txBody>
      </p:sp>
      <p:sp>
        <p:nvSpPr>
          <p:cNvPr id="33" name="مربع نص 32">
            <a:extLst>
              <a:ext uri="{FF2B5EF4-FFF2-40B4-BE49-F238E27FC236}">
                <a16:creationId xmlns:a16="http://schemas.microsoft.com/office/drawing/2014/main" id="{0C107DF4-B1C7-774E-265D-9972A2AF74FB}"/>
              </a:ext>
            </a:extLst>
          </p:cNvPr>
          <p:cNvSpPr txBox="1"/>
          <p:nvPr/>
        </p:nvSpPr>
        <p:spPr>
          <a:xfrm>
            <a:off x="4365811" y="5929746"/>
            <a:ext cx="690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رابط</a:t>
            </a:r>
            <a:endParaRPr lang="en-US" sz="2000" dirty="0"/>
          </a:p>
        </p:txBody>
      </p:sp>
      <p:sp>
        <p:nvSpPr>
          <p:cNvPr id="34" name="مربع نص 33">
            <a:extLst>
              <a:ext uri="{FF2B5EF4-FFF2-40B4-BE49-F238E27FC236}">
                <a16:creationId xmlns:a16="http://schemas.microsoft.com/office/drawing/2014/main" id="{014D98BC-ABC0-0F19-3FDD-EEFE0F66F9DB}"/>
              </a:ext>
            </a:extLst>
          </p:cNvPr>
          <p:cNvSpPr txBox="1"/>
          <p:nvPr/>
        </p:nvSpPr>
        <p:spPr>
          <a:xfrm>
            <a:off x="6039970" y="5924905"/>
            <a:ext cx="690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رابط</a:t>
            </a:r>
            <a:endParaRPr lang="en-US" sz="2000" dirty="0"/>
          </a:p>
        </p:txBody>
      </p:sp>
      <p:sp>
        <p:nvSpPr>
          <p:cNvPr id="35" name="مربع نص 34">
            <a:extLst>
              <a:ext uri="{FF2B5EF4-FFF2-40B4-BE49-F238E27FC236}">
                <a16:creationId xmlns:a16="http://schemas.microsoft.com/office/drawing/2014/main" id="{71A12780-81E9-4E7B-6EFB-DACFDD16D9EF}"/>
              </a:ext>
            </a:extLst>
          </p:cNvPr>
          <p:cNvSpPr txBox="1"/>
          <p:nvPr/>
        </p:nvSpPr>
        <p:spPr>
          <a:xfrm>
            <a:off x="6963337" y="5906967"/>
            <a:ext cx="690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رابط</a:t>
            </a:r>
            <a:endParaRPr lang="en-US" sz="2000" dirty="0"/>
          </a:p>
        </p:txBody>
      </p:sp>
      <p:cxnSp>
        <p:nvCxnSpPr>
          <p:cNvPr id="36" name="رابط مستقيم 35">
            <a:extLst>
              <a:ext uri="{FF2B5EF4-FFF2-40B4-BE49-F238E27FC236}">
                <a16:creationId xmlns:a16="http://schemas.microsoft.com/office/drawing/2014/main" id="{3646BA55-933E-C774-2C9A-560CFD8DBE0B}"/>
              </a:ext>
            </a:extLst>
          </p:cNvPr>
          <p:cNvCxnSpPr/>
          <p:nvPr/>
        </p:nvCxnSpPr>
        <p:spPr>
          <a:xfrm>
            <a:off x="0" y="6517341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مربع نص 36">
            <a:extLst>
              <a:ext uri="{FF2B5EF4-FFF2-40B4-BE49-F238E27FC236}">
                <a16:creationId xmlns:a16="http://schemas.microsoft.com/office/drawing/2014/main" id="{02616BF5-C546-E961-7818-91D3079E613B}"/>
              </a:ext>
            </a:extLst>
          </p:cNvPr>
          <p:cNvSpPr txBox="1"/>
          <p:nvPr/>
        </p:nvSpPr>
        <p:spPr>
          <a:xfrm>
            <a:off x="5771028" y="6457890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2" name="مستطيل: زوايا مستديرة 21">
            <a:extLst>
              <a:ext uri="{FF2B5EF4-FFF2-40B4-BE49-F238E27FC236}">
                <a16:creationId xmlns:a16="http://schemas.microsoft.com/office/drawing/2014/main" id="{BE9DBD17-0D62-AB10-35AF-DB481C6BFF0F}"/>
              </a:ext>
            </a:extLst>
          </p:cNvPr>
          <p:cNvSpPr/>
          <p:nvPr/>
        </p:nvSpPr>
        <p:spPr>
          <a:xfrm>
            <a:off x="1491772" y="1028053"/>
            <a:ext cx="8584558" cy="250106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مربع نص 18">
            <a:extLst>
              <a:ext uri="{FF2B5EF4-FFF2-40B4-BE49-F238E27FC236}">
                <a16:creationId xmlns:a16="http://schemas.microsoft.com/office/drawing/2014/main" id="{AFC6D633-709F-59E8-AAA3-4257DC846D6F}"/>
              </a:ext>
            </a:extLst>
          </p:cNvPr>
          <p:cNvSpPr txBox="1"/>
          <p:nvPr/>
        </p:nvSpPr>
        <p:spPr>
          <a:xfrm>
            <a:off x="1249984" y="1196811"/>
            <a:ext cx="1310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3200" dirty="0"/>
              <a:t>نص</a:t>
            </a:r>
            <a:endParaRPr lang="en-US" sz="3200" dirty="0"/>
          </a:p>
        </p:txBody>
      </p:sp>
      <p:sp>
        <p:nvSpPr>
          <p:cNvPr id="4" name="مربع نص 19">
            <a:extLst>
              <a:ext uri="{FF2B5EF4-FFF2-40B4-BE49-F238E27FC236}">
                <a16:creationId xmlns:a16="http://schemas.microsoft.com/office/drawing/2014/main" id="{84F5C79E-9C10-EF55-063A-0B2805CE978A}"/>
              </a:ext>
            </a:extLst>
          </p:cNvPr>
          <p:cNvSpPr txBox="1"/>
          <p:nvPr/>
        </p:nvSpPr>
        <p:spPr>
          <a:xfrm>
            <a:off x="1594544" y="2103699"/>
            <a:ext cx="836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25" name="مربع نص 32">
            <a:extLst>
              <a:ext uri="{FF2B5EF4-FFF2-40B4-BE49-F238E27FC236}">
                <a16:creationId xmlns:a16="http://schemas.microsoft.com/office/drawing/2014/main" id="{58B331A3-CD45-863D-ACDA-2091BF60F111}"/>
              </a:ext>
            </a:extLst>
          </p:cNvPr>
          <p:cNvSpPr txBox="1"/>
          <p:nvPr/>
        </p:nvSpPr>
        <p:spPr>
          <a:xfrm>
            <a:off x="1476083" y="2644412"/>
            <a:ext cx="10731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رابط</a:t>
            </a:r>
            <a:endParaRPr lang="en-US" sz="2000" dirty="0"/>
          </a:p>
        </p:txBody>
      </p:sp>
      <p:sp>
        <p:nvSpPr>
          <p:cNvPr id="38" name="مستطيل: زوايا مستديرة 21">
            <a:extLst>
              <a:ext uri="{FF2B5EF4-FFF2-40B4-BE49-F238E27FC236}">
                <a16:creationId xmlns:a16="http://schemas.microsoft.com/office/drawing/2014/main" id="{E2A00842-5CE8-879F-E983-1BECED44FF52}"/>
              </a:ext>
            </a:extLst>
          </p:cNvPr>
          <p:cNvSpPr/>
          <p:nvPr/>
        </p:nvSpPr>
        <p:spPr>
          <a:xfrm>
            <a:off x="6308911" y="4117242"/>
            <a:ext cx="5776763" cy="144048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مربع نص 18">
            <a:extLst>
              <a:ext uri="{FF2B5EF4-FFF2-40B4-BE49-F238E27FC236}">
                <a16:creationId xmlns:a16="http://schemas.microsoft.com/office/drawing/2014/main" id="{3C23B65E-4726-BA55-895A-B30DF4831E73}"/>
              </a:ext>
            </a:extLst>
          </p:cNvPr>
          <p:cNvSpPr txBox="1"/>
          <p:nvPr/>
        </p:nvSpPr>
        <p:spPr>
          <a:xfrm>
            <a:off x="6124951" y="4058335"/>
            <a:ext cx="8815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3200" dirty="0"/>
              <a:t>نص</a:t>
            </a:r>
            <a:endParaRPr lang="en-US" sz="3200" dirty="0"/>
          </a:p>
        </p:txBody>
      </p:sp>
      <p:sp>
        <p:nvSpPr>
          <p:cNvPr id="40" name="مربع نص 19">
            <a:extLst>
              <a:ext uri="{FF2B5EF4-FFF2-40B4-BE49-F238E27FC236}">
                <a16:creationId xmlns:a16="http://schemas.microsoft.com/office/drawing/2014/main" id="{06F9C59F-E88C-1EB5-2D76-2E0DB597630E}"/>
              </a:ext>
            </a:extLst>
          </p:cNvPr>
          <p:cNvSpPr txBox="1"/>
          <p:nvPr/>
        </p:nvSpPr>
        <p:spPr>
          <a:xfrm>
            <a:off x="6400637" y="4490614"/>
            <a:ext cx="562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41" name="مربع نص 32">
            <a:extLst>
              <a:ext uri="{FF2B5EF4-FFF2-40B4-BE49-F238E27FC236}">
                <a16:creationId xmlns:a16="http://schemas.microsoft.com/office/drawing/2014/main" id="{082B7C6C-2F50-ED54-5647-93EBB1E376AA}"/>
              </a:ext>
            </a:extLst>
          </p:cNvPr>
          <p:cNvSpPr txBox="1"/>
          <p:nvPr/>
        </p:nvSpPr>
        <p:spPr>
          <a:xfrm>
            <a:off x="6284384" y="5000039"/>
            <a:ext cx="7221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رابط</a:t>
            </a:r>
            <a:endParaRPr lang="en-US" sz="2000" dirty="0"/>
          </a:p>
        </p:txBody>
      </p:sp>
      <p:sp>
        <p:nvSpPr>
          <p:cNvPr id="42" name="مستطيل: زوايا مستديرة 21">
            <a:extLst>
              <a:ext uri="{FF2B5EF4-FFF2-40B4-BE49-F238E27FC236}">
                <a16:creationId xmlns:a16="http://schemas.microsoft.com/office/drawing/2014/main" id="{2C2D0752-1A41-1072-AF58-C25C3BDAF541}"/>
              </a:ext>
            </a:extLst>
          </p:cNvPr>
          <p:cNvSpPr/>
          <p:nvPr/>
        </p:nvSpPr>
        <p:spPr>
          <a:xfrm>
            <a:off x="44850" y="4076404"/>
            <a:ext cx="5776763" cy="144048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مربع نص 18">
            <a:extLst>
              <a:ext uri="{FF2B5EF4-FFF2-40B4-BE49-F238E27FC236}">
                <a16:creationId xmlns:a16="http://schemas.microsoft.com/office/drawing/2014/main" id="{F7740AC3-0D35-10FC-CDE7-3A91D82A7FF4}"/>
              </a:ext>
            </a:extLst>
          </p:cNvPr>
          <p:cNvSpPr txBox="1"/>
          <p:nvPr/>
        </p:nvSpPr>
        <p:spPr>
          <a:xfrm>
            <a:off x="-59394" y="3986645"/>
            <a:ext cx="8815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3200" dirty="0"/>
              <a:t>نص</a:t>
            </a:r>
            <a:endParaRPr lang="en-US" sz="3200" dirty="0"/>
          </a:p>
        </p:txBody>
      </p:sp>
      <p:sp>
        <p:nvSpPr>
          <p:cNvPr id="44" name="مربع نص 19">
            <a:extLst>
              <a:ext uri="{FF2B5EF4-FFF2-40B4-BE49-F238E27FC236}">
                <a16:creationId xmlns:a16="http://schemas.microsoft.com/office/drawing/2014/main" id="{A8B70D4F-FC5D-A54D-ED4F-BAEB85CD6EC5}"/>
              </a:ext>
            </a:extLst>
          </p:cNvPr>
          <p:cNvSpPr txBox="1"/>
          <p:nvPr/>
        </p:nvSpPr>
        <p:spPr>
          <a:xfrm>
            <a:off x="129790" y="4443055"/>
            <a:ext cx="562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45" name="مربع نص 32">
            <a:extLst>
              <a:ext uri="{FF2B5EF4-FFF2-40B4-BE49-F238E27FC236}">
                <a16:creationId xmlns:a16="http://schemas.microsoft.com/office/drawing/2014/main" id="{8FA294D5-BD5C-659B-736F-145FD1B894A6}"/>
              </a:ext>
            </a:extLst>
          </p:cNvPr>
          <p:cNvSpPr txBox="1"/>
          <p:nvPr/>
        </p:nvSpPr>
        <p:spPr>
          <a:xfrm>
            <a:off x="20323" y="4920312"/>
            <a:ext cx="7221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رابط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25467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مربع نص 4">
            <a:extLst>
              <a:ext uri="{FF2B5EF4-FFF2-40B4-BE49-F238E27FC236}">
                <a16:creationId xmlns:a16="http://schemas.microsoft.com/office/drawing/2014/main" id="{C53E6B54-3180-E248-6C46-0F7A23938169}"/>
              </a:ext>
            </a:extLst>
          </p:cNvPr>
          <p:cNvSpPr txBox="1"/>
          <p:nvPr/>
        </p:nvSpPr>
        <p:spPr>
          <a:xfrm>
            <a:off x="10739717" y="757366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cxnSp>
        <p:nvCxnSpPr>
          <p:cNvPr id="7" name="رابط مستقيم 6">
            <a:extLst>
              <a:ext uri="{FF2B5EF4-FFF2-40B4-BE49-F238E27FC236}">
                <a16:creationId xmlns:a16="http://schemas.microsoft.com/office/drawing/2014/main" id="{8ACF7127-8C5B-6767-8534-64AB24A9A02A}"/>
              </a:ext>
            </a:extLst>
          </p:cNvPr>
          <p:cNvCxnSpPr>
            <a:cxnSpLocks/>
          </p:cNvCxnSpPr>
          <p:nvPr/>
        </p:nvCxnSpPr>
        <p:spPr>
          <a:xfrm flipH="1" flipV="1">
            <a:off x="1057834" y="1128173"/>
            <a:ext cx="10300449" cy="58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رابط مستقيم 7">
            <a:extLst>
              <a:ext uri="{FF2B5EF4-FFF2-40B4-BE49-F238E27FC236}">
                <a16:creationId xmlns:a16="http://schemas.microsoft.com/office/drawing/2014/main" id="{B1146A85-F4C8-B1B8-F3FB-0BD54C8B731A}"/>
              </a:ext>
            </a:extLst>
          </p:cNvPr>
          <p:cNvCxnSpPr>
            <a:cxnSpLocks/>
          </p:cNvCxnSpPr>
          <p:nvPr/>
        </p:nvCxnSpPr>
        <p:spPr>
          <a:xfrm flipH="1" flipV="1">
            <a:off x="1057834" y="1434270"/>
            <a:ext cx="10328062" cy="258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رابط مستقيم 8">
            <a:extLst>
              <a:ext uri="{FF2B5EF4-FFF2-40B4-BE49-F238E27FC236}">
                <a16:creationId xmlns:a16="http://schemas.microsoft.com/office/drawing/2014/main" id="{4F2EF37E-B556-00E6-1E48-80E3F63A8ABF}"/>
              </a:ext>
            </a:extLst>
          </p:cNvPr>
          <p:cNvCxnSpPr>
            <a:cxnSpLocks/>
          </p:cNvCxnSpPr>
          <p:nvPr/>
        </p:nvCxnSpPr>
        <p:spPr>
          <a:xfrm flipH="1" flipV="1">
            <a:off x="1057834" y="1697656"/>
            <a:ext cx="10336308" cy="321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رابط مستقيم 9">
            <a:extLst>
              <a:ext uri="{FF2B5EF4-FFF2-40B4-BE49-F238E27FC236}">
                <a16:creationId xmlns:a16="http://schemas.microsoft.com/office/drawing/2014/main" id="{3C8A39B7-029A-3353-1958-A1A71A2F2D92}"/>
              </a:ext>
            </a:extLst>
          </p:cNvPr>
          <p:cNvCxnSpPr>
            <a:cxnSpLocks/>
          </p:cNvCxnSpPr>
          <p:nvPr/>
        </p:nvCxnSpPr>
        <p:spPr>
          <a:xfrm flipH="1">
            <a:off x="1057834" y="1960194"/>
            <a:ext cx="10336308" cy="353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رابط مستقيم 12">
            <a:extLst>
              <a:ext uri="{FF2B5EF4-FFF2-40B4-BE49-F238E27FC236}">
                <a16:creationId xmlns:a16="http://schemas.microsoft.com/office/drawing/2014/main" id="{3F5D74B1-FE16-EC5A-9181-3CA92E879F3C}"/>
              </a:ext>
            </a:extLst>
          </p:cNvPr>
          <p:cNvCxnSpPr>
            <a:cxnSpLocks/>
          </p:cNvCxnSpPr>
          <p:nvPr/>
        </p:nvCxnSpPr>
        <p:spPr>
          <a:xfrm>
            <a:off x="8122024" y="1147482"/>
            <a:ext cx="0" cy="8366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رابط مستقيم 13">
            <a:extLst>
              <a:ext uri="{FF2B5EF4-FFF2-40B4-BE49-F238E27FC236}">
                <a16:creationId xmlns:a16="http://schemas.microsoft.com/office/drawing/2014/main" id="{18CB2FB3-948B-81D5-2DD5-B37A5C5FDE36}"/>
              </a:ext>
            </a:extLst>
          </p:cNvPr>
          <p:cNvCxnSpPr>
            <a:cxnSpLocks/>
          </p:cNvCxnSpPr>
          <p:nvPr/>
        </p:nvCxnSpPr>
        <p:spPr>
          <a:xfrm flipH="1">
            <a:off x="6730253" y="1147482"/>
            <a:ext cx="2241" cy="8127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رابط مستقيم 14">
            <a:extLst>
              <a:ext uri="{FF2B5EF4-FFF2-40B4-BE49-F238E27FC236}">
                <a16:creationId xmlns:a16="http://schemas.microsoft.com/office/drawing/2014/main" id="{85852F43-4B38-B212-DA67-8E305463F3D0}"/>
              </a:ext>
            </a:extLst>
          </p:cNvPr>
          <p:cNvCxnSpPr>
            <a:cxnSpLocks/>
          </p:cNvCxnSpPr>
          <p:nvPr/>
        </p:nvCxnSpPr>
        <p:spPr>
          <a:xfrm>
            <a:off x="2339788" y="1147482"/>
            <a:ext cx="0" cy="8366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مربع نص 15">
            <a:extLst>
              <a:ext uri="{FF2B5EF4-FFF2-40B4-BE49-F238E27FC236}">
                <a16:creationId xmlns:a16="http://schemas.microsoft.com/office/drawing/2014/main" id="{12E9C162-E893-DBBC-0A49-16CA611E8C48}"/>
              </a:ext>
            </a:extLst>
          </p:cNvPr>
          <p:cNvSpPr txBox="1"/>
          <p:nvPr/>
        </p:nvSpPr>
        <p:spPr>
          <a:xfrm>
            <a:off x="10848013" y="1152353"/>
            <a:ext cx="5378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1400" dirty="0"/>
              <a:t>نص</a:t>
            </a:r>
            <a:endParaRPr lang="en-US" sz="1400" dirty="0"/>
          </a:p>
        </p:txBody>
      </p:sp>
      <p:sp>
        <p:nvSpPr>
          <p:cNvPr id="17" name="مربع نص 16">
            <a:extLst>
              <a:ext uri="{FF2B5EF4-FFF2-40B4-BE49-F238E27FC236}">
                <a16:creationId xmlns:a16="http://schemas.microsoft.com/office/drawing/2014/main" id="{0B8832A7-86C3-D981-4DBB-11EE896ED67C}"/>
              </a:ext>
            </a:extLst>
          </p:cNvPr>
          <p:cNvSpPr txBox="1"/>
          <p:nvPr/>
        </p:nvSpPr>
        <p:spPr>
          <a:xfrm>
            <a:off x="7122462" y="1169168"/>
            <a:ext cx="5378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1400" dirty="0"/>
              <a:t>نص</a:t>
            </a:r>
            <a:endParaRPr lang="en-US" sz="1400" dirty="0"/>
          </a:p>
        </p:txBody>
      </p:sp>
      <p:sp>
        <p:nvSpPr>
          <p:cNvPr id="18" name="مربع نص 17">
            <a:extLst>
              <a:ext uri="{FF2B5EF4-FFF2-40B4-BE49-F238E27FC236}">
                <a16:creationId xmlns:a16="http://schemas.microsoft.com/office/drawing/2014/main" id="{7B210373-B15C-6D9E-6E0D-5FCE59D1482C}"/>
              </a:ext>
            </a:extLst>
          </p:cNvPr>
          <p:cNvSpPr txBox="1"/>
          <p:nvPr/>
        </p:nvSpPr>
        <p:spPr>
          <a:xfrm>
            <a:off x="4267200" y="1152354"/>
            <a:ext cx="5378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1400" dirty="0"/>
              <a:t>نص</a:t>
            </a:r>
            <a:endParaRPr lang="en-US" sz="1400" dirty="0"/>
          </a:p>
        </p:txBody>
      </p:sp>
      <p:sp>
        <p:nvSpPr>
          <p:cNvPr id="19" name="مربع نص 18">
            <a:extLst>
              <a:ext uri="{FF2B5EF4-FFF2-40B4-BE49-F238E27FC236}">
                <a16:creationId xmlns:a16="http://schemas.microsoft.com/office/drawing/2014/main" id="{3A11F2DA-3C6F-D04B-4B45-2113383896D6}"/>
              </a:ext>
            </a:extLst>
          </p:cNvPr>
          <p:cNvSpPr txBox="1"/>
          <p:nvPr/>
        </p:nvSpPr>
        <p:spPr>
          <a:xfrm>
            <a:off x="10820400" y="1667332"/>
            <a:ext cx="5378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1400" dirty="0"/>
              <a:t>نص</a:t>
            </a:r>
            <a:endParaRPr lang="en-US" sz="1400" dirty="0"/>
          </a:p>
        </p:txBody>
      </p:sp>
      <p:sp>
        <p:nvSpPr>
          <p:cNvPr id="21" name="مربع نص 20">
            <a:extLst>
              <a:ext uri="{FF2B5EF4-FFF2-40B4-BE49-F238E27FC236}">
                <a16:creationId xmlns:a16="http://schemas.microsoft.com/office/drawing/2014/main" id="{1E098F1B-7478-A4D0-86EB-1322DE1AF0D6}"/>
              </a:ext>
            </a:extLst>
          </p:cNvPr>
          <p:cNvSpPr txBox="1"/>
          <p:nvPr/>
        </p:nvSpPr>
        <p:spPr>
          <a:xfrm>
            <a:off x="10820400" y="1376125"/>
            <a:ext cx="5378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1400" dirty="0"/>
              <a:t>نص</a:t>
            </a:r>
            <a:endParaRPr lang="en-US" sz="1400" dirty="0"/>
          </a:p>
        </p:txBody>
      </p:sp>
      <p:sp>
        <p:nvSpPr>
          <p:cNvPr id="22" name="مربع نص 21">
            <a:extLst>
              <a:ext uri="{FF2B5EF4-FFF2-40B4-BE49-F238E27FC236}">
                <a16:creationId xmlns:a16="http://schemas.microsoft.com/office/drawing/2014/main" id="{CDADEF39-486E-E633-C7A6-335B4C71DFAC}"/>
              </a:ext>
            </a:extLst>
          </p:cNvPr>
          <p:cNvSpPr txBox="1"/>
          <p:nvPr/>
        </p:nvSpPr>
        <p:spPr>
          <a:xfrm>
            <a:off x="4204448" y="1682531"/>
            <a:ext cx="5378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1400" dirty="0"/>
              <a:t>نص</a:t>
            </a:r>
            <a:endParaRPr lang="en-US" sz="1400" dirty="0"/>
          </a:p>
        </p:txBody>
      </p:sp>
      <p:sp>
        <p:nvSpPr>
          <p:cNvPr id="23" name="مربع نص 22">
            <a:extLst>
              <a:ext uri="{FF2B5EF4-FFF2-40B4-BE49-F238E27FC236}">
                <a16:creationId xmlns:a16="http://schemas.microsoft.com/office/drawing/2014/main" id="{35CA2BEF-A210-1724-9305-353DEE8024DD}"/>
              </a:ext>
            </a:extLst>
          </p:cNvPr>
          <p:cNvSpPr txBox="1"/>
          <p:nvPr/>
        </p:nvSpPr>
        <p:spPr>
          <a:xfrm>
            <a:off x="4235824" y="1422556"/>
            <a:ext cx="5378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1400" dirty="0"/>
              <a:t>نص</a:t>
            </a:r>
            <a:endParaRPr lang="en-US" sz="1400" dirty="0"/>
          </a:p>
        </p:txBody>
      </p:sp>
      <p:sp>
        <p:nvSpPr>
          <p:cNvPr id="26" name="مربع نص 25">
            <a:extLst>
              <a:ext uri="{FF2B5EF4-FFF2-40B4-BE49-F238E27FC236}">
                <a16:creationId xmlns:a16="http://schemas.microsoft.com/office/drawing/2014/main" id="{33B64779-EE10-FBE0-7BDA-8AE01E650633}"/>
              </a:ext>
            </a:extLst>
          </p:cNvPr>
          <p:cNvSpPr txBox="1"/>
          <p:nvPr/>
        </p:nvSpPr>
        <p:spPr>
          <a:xfrm>
            <a:off x="7109011" y="1703629"/>
            <a:ext cx="5378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1400" dirty="0"/>
              <a:t>نص</a:t>
            </a:r>
            <a:endParaRPr lang="en-US" sz="1400" dirty="0"/>
          </a:p>
        </p:txBody>
      </p:sp>
      <p:sp>
        <p:nvSpPr>
          <p:cNvPr id="27" name="مربع نص 26">
            <a:extLst>
              <a:ext uri="{FF2B5EF4-FFF2-40B4-BE49-F238E27FC236}">
                <a16:creationId xmlns:a16="http://schemas.microsoft.com/office/drawing/2014/main" id="{CA671983-FFF8-DA09-CC61-3AFB4C19AB3D}"/>
              </a:ext>
            </a:extLst>
          </p:cNvPr>
          <p:cNvSpPr txBox="1"/>
          <p:nvPr/>
        </p:nvSpPr>
        <p:spPr>
          <a:xfrm>
            <a:off x="7117976" y="1412666"/>
            <a:ext cx="5378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1400" dirty="0"/>
              <a:t>نص</a:t>
            </a:r>
            <a:endParaRPr lang="en-US" sz="1400" dirty="0"/>
          </a:p>
        </p:txBody>
      </p:sp>
      <p:sp>
        <p:nvSpPr>
          <p:cNvPr id="29" name="مربع نص 28">
            <a:extLst>
              <a:ext uri="{FF2B5EF4-FFF2-40B4-BE49-F238E27FC236}">
                <a16:creationId xmlns:a16="http://schemas.microsoft.com/office/drawing/2014/main" id="{D8604EEA-121B-72BC-E5D2-75F6B20044CB}"/>
              </a:ext>
            </a:extLst>
          </p:cNvPr>
          <p:cNvSpPr txBox="1"/>
          <p:nvPr/>
        </p:nvSpPr>
        <p:spPr>
          <a:xfrm>
            <a:off x="1344705" y="1686234"/>
            <a:ext cx="5378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1400" dirty="0"/>
              <a:t>نص</a:t>
            </a:r>
            <a:endParaRPr lang="en-US" sz="1400" dirty="0"/>
          </a:p>
        </p:txBody>
      </p:sp>
      <p:sp>
        <p:nvSpPr>
          <p:cNvPr id="30" name="مربع نص 29">
            <a:extLst>
              <a:ext uri="{FF2B5EF4-FFF2-40B4-BE49-F238E27FC236}">
                <a16:creationId xmlns:a16="http://schemas.microsoft.com/office/drawing/2014/main" id="{B1082525-5BFE-3DC6-7DD7-97E484266C32}"/>
              </a:ext>
            </a:extLst>
          </p:cNvPr>
          <p:cNvSpPr txBox="1"/>
          <p:nvPr/>
        </p:nvSpPr>
        <p:spPr>
          <a:xfrm>
            <a:off x="1367117" y="1403979"/>
            <a:ext cx="5378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1400" dirty="0"/>
              <a:t>نص</a:t>
            </a:r>
            <a:endParaRPr lang="en-US" sz="1400" dirty="0"/>
          </a:p>
        </p:txBody>
      </p:sp>
      <p:sp>
        <p:nvSpPr>
          <p:cNvPr id="31" name="مربع نص 30">
            <a:extLst>
              <a:ext uri="{FF2B5EF4-FFF2-40B4-BE49-F238E27FC236}">
                <a16:creationId xmlns:a16="http://schemas.microsoft.com/office/drawing/2014/main" id="{30C9C53F-08A9-9EA5-F234-2B71A0156609}"/>
              </a:ext>
            </a:extLst>
          </p:cNvPr>
          <p:cNvSpPr txBox="1"/>
          <p:nvPr/>
        </p:nvSpPr>
        <p:spPr>
          <a:xfrm>
            <a:off x="1376082" y="1133382"/>
            <a:ext cx="5378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1400" dirty="0"/>
              <a:t>نص</a:t>
            </a:r>
            <a:endParaRPr lang="en-US" sz="1400" dirty="0"/>
          </a:p>
        </p:txBody>
      </p:sp>
      <p:cxnSp>
        <p:nvCxnSpPr>
          <p:cNvPr id="50" name="رابط مستقيم 49">
            <a:extLst>
              <a:ext uri="{FF2B5EF4-FFF2-40B4-BE49-F238E27FC236}">
                <a16:creationId xmlns:a16="http://schemas.microsoft.com/office/drawing/2014/main" id="{D849C5D7-48F5-222A-F017-5EF1F4A684F9}"/>
              </a:ext>
            </a:extLst>
          </p:cNvPr>
          <p:cNvCxnSpPr>
            <a:cxnSpLocks/>
          </p:cNvCxnSpPr>
          <p:nvPr/>
        </p:nvCxnSpPr>
        <p:spPr>
          <a:xfrm>
            <a:off x="0" y="842683"/>
            <a:ext cx="1135828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1" name="مربع نص 50">
            <a:extLst>
              <a:ext uri="{FF2B5EF4-FFF2-40B4-BE49-F238E27FC236}">
                <a16:creationId xmlns:a16="http://schemas.microsoft.com/office/drawing/2014/main" id="{203E0484-DCFE-6C92-7064-B2F6E67F724D}"/>
              </a:ext>
            </a:extLst>
          </p:cNvPr>
          <p:cNvSpPr txBox="1"/>
          <p:nvPr/>
        </p:nvSpPr>
        <p:spPr>
          <a:xfrm>
            <a:off x="788893" y="238749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56" name="مربع نص 55">
            <a:extLst>
              <a:ext uri="{FF2B5EF4-FFF2-40B4-BE49-F238E27FC236}">
                <a16:creationId xmlns:a16="http://schemas.microsoft.com/office/drawing/2014/main" id="{8CC0FA37-C921-5AF2-5031-D7AB35F574DB}"/>
              </a:ext>
            </a:extLst>
          </p:cNvPr>
          <p:cNvSpPr txBox="1"/>
          <p:nvPr/>
        </p:nvSpPr>
        <p:spPr>
          <a:xfrm>
            <a:off x="8758518" y="216806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57" name="مربع نص 56">
            <a:extLst>
              <a:ext uri="{FF2B5EF4-FFF2-40B4-BE49-F238E27FC236}">
                <a16:creationId xmlns:a16="http://schemas.microsoft.com/office/drawing/2014/main" id="{C90E5DB8-B161-329A-A51C-92E73DEDF64A}"/>
              </a:ext>
            </a:extLst>
          </p:cNvPr>
          <p:cNvSpPr txBox="1"/>
          <p:nvPr/>
        </p:nvSpPr>
        <p:spPr>
          <a:xfrm>
            <a:off x="10775577" y="185076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58" name="مربع نص 57">
            <a:extLst>
              <a:ext uri="{FF2B5EF4-FFF2-40B4-BE49-F238E27FC236}">
                <a16:creationId xmlns:a16="http://schemas.microsoft.com/office/drawing/2014/main" id="{A9F8CC3C-9FF2-AEFF-26D9-550215120D50}"/>
              </a:ext>
            </a:extLst>
          </p:cNvPr>
          <p:cNvSpPr txBox="1"/>
          <p:nvPr/>
        </p:nvSpPr>
        <p:spPr>
          <a:xfrm>
            <a:off x="11394142" y="185076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59" name="مربع نص 58">
            <a:extLst>
              <a:ext uri="{FF2B5EF4-FFF2-40B4-BE49-F238E27FC236}">
                <a16:creationId xmlns:a16="http://schemas.microsoft.com/office/drawing/2014/main" id="{93FFE5AD-F154-ED92-7604-E85C4FEBD47A}"/>
              </a:ext>
            </a:extLst>
          </p:cNvPr>
          <p:cNvSpPr txBox="1"/>
          <p:nvPr/>
        </p:nvSpPr>
        <p:spPr>
          <a:xfrm>
            <a:off x="10076330" y="204834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60" name="مربع نص 59">
            <a:extLst>
              <a:ext uri="{FF2B5EF4-FFF2-40B4-BE49-F238E27FC236}">
                <a16:creationId xmlns:a16="http://schemas.microsoft.com/office/drawing/2014/main" id="{B8351F99-A293-9264-CAD0-A5560D8ED35F}"/>
              </a:ext>
            </a:extLst>
          </p:cNvPr>
          <p:cNvSpPr txBox="1"/>
          <p:nvPr/>
        </p:nvSpPr>
        <p:spPr>
          <a:xfrm>
            <a:off x="9457765" y="216806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cxnSp>
        <p:nvCxnSpPr>
          <p:cNvPr id="61" name="رابط مستقيم 60">
            <a:extLst>
              <a:ext uri="{FF2B5EF4-FFF2-40B4-BE49-F238E27FC236}">
                <a16:creationId xmlns:a16="http://schemas.microsoft.com/office/drawing/2014/main" id="{CC458BF3-311B-7CBE-1946-C41E80CAE5C3}"/>
              </a:ext>
            </a:extLst>
          </p:cNvPr>
          <p:cNvCxnSpPr/>
          <p:nvPr/>
        </p:nvCxnSpPr>
        <p:spPr>
          <a:xfrm>
            <a:off x="0" y="5809547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مربع نص 61">
            <a:extLst>
              <a:ext uri="{FF2B5EF4-FFF2-40B4-BE49-F238E27FC236}">
                <a16:creationId xmlns:a16="http://schemas.microsoft.com/office/drawing/2014/main" id="{5BEC47A6-148E-1013-1702-34F17185C025}"/>
              </a:ext>
            </a:extLst>
          </p:cNvPr>
          <p:cNvSpPr txBox="1"/>
          <p:nvPr/>
        </p:nvSpPr>
        <p:spPr>
          <a:xfrm>
            <a:off x="5289178" y="5918356"/>
            <a:ext cx="690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رابط</a:t>
            </a:r>
            <a:endParaRPr lang="en-US" sz="2000" dirty="0"/>
          </a:p>
        </p:txBody>
      </p:sp>
      <p:sp>
        <p:nvSpPr>
          <p:cNvPr id="63" name="مربع نص 62">
            <a:extLst>
              <a:ext uri="{FF2B5EF4-FFF2-40B4-BE49-F238E27FC236}">
                <a16:creationId xmlns:a16="http://schemas.microsoft.com/office/drawing/2014/main" id="{3C9891C0-1B6F-C4D5-4ED6-AE0FD5A3CCB8}"/>
              </a:ext>
            </a:extLst>
          </p:cNvPr>
          <p:cNvSpPr txBox="1"/>
          <p:nvPr/>
        </p:nvSpPr>
        <p:spPr>
          <a:xfrm>
            <a:off x="4365811" y="5929746"/>
            <a:ext cx="690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رابط</a:t>
            </a:r>
            <a:endParaRPr lang="en-US" sz="2000" dirty="0"/>
          </a:p>
        </p:txBody>
      </p:sp>
      <p:sp>
        <p:nvSpPr>
          <p:cNvPr id="64" name="مربع نص 63">
            <a:extLst>
              <a:ext uri="{FF2B5EF4-FFF2-40B4-BE49-F238E27FC236}">
                <a16:creationId xmlns:a16="http://schemas.microsoft.com/office/drawing/2014/main" id="{92F95F35-FFFF-248A-FBAA-C7F2B8B9C1B2}"/>
              </a:ext>
            </a:extLst>
          </p:cNvPr>
          <p:cNvSpPr txBox="1"/>
          <p:nvPr/>
        </p:nvSpPr>
        <p:spPr>
          <a:xfrm>
            <a:off x="6039970" y="5924905"/>
            <a:ext cx="690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رابط</a:t>
            </a:r>
            <a:endParaRPr lang="en-US" sz="2000" dirty="0"/>
          </a:p>
        </p:txBody>
      </p:sp>
      <p:sp>
        <p:nvSpPr>
          <p:cNvPr id="65" name="مربع نص 64">
            <a:extLst>
              <a:ext uri="{FF2B5EF4-FFF2-40B4-BE49-F238E27FC236}">
                <a16:creationId xmlns:a16="http://schemas.microsoft.com/office/drawing/2014/main" id="{0D54958A-E958-44F3-3613-92E70CDFE1A8}"/>
              </a:ext>
            </a:extLst>
          </p:cNvPr>
          <p:cNvSpPr txBox="1"/>
          <p:nvPr/>
        </p:nvSpPr>
        <p:spPr>
          <a:xfrm>
            <a:off x="6963337" y="5906967"/>
            <a:ext cx="690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رابط</a:t>
            </a:r>
            <a:endParaRPr lang="en-US" sz="2000" dirty="0"/>
          </a:p>
        </p:txBody>
      </p:sp>
      <p:cxnSp>
        <p:nvCxnSpPr>
          <p:cNvPr id="66" name="رابط مستقيم 65">
            <a:extLst>
              <a:ext uri="{FF2B5EF4-FFF2-40B4-BE49-F238E27FC236}">
                <a16:creationId xmlns:a16="http://schemas.microsoft.com/office/drawing/2014/main" id="{FAEFC368-9EE1-34E4-5BD5-E55F1A09DFFB}"/>
              </a:ext>
            </a:extLst>
          </p:cNvPr>
          <p:cNvCxnSpPr/>
          <p:nvPr/>
        </p:nvCxnSpPr>
        <p:spPr>
          <a:xfrm>
            <a:off x="0" y="6517341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مربع نص 66">
            <a:extLst>
              <a:ext uri="{FF2B5EF4-FFF2-40B4-BE49-F238E27FC236}">
                <a16:creationId xmlns:a16="http://schemas.microsoft.com/office/drawing/2014/main" id="{61F83D17-BE67-3076-858E-A1FF11B1EEE8}"/>
              </a:ext>
            </a:extLst>
          </p:cNvPr>
          <p:cNvSpPr txBox="1"/>
          <p:nvPr/>
        </p:nvSpPr>
        <p:spPr>
          <a:xfrm>
            <a:off x="5771028" y="6457890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69" name="مستطيل 45">
            <a:extLst>
              <a:ext uri="{FF2B5EF4-FFF2-40B4-BE49-F238E27FC236}">
                <a16:creationId xmlns:a16="http://schemas.microsoft.com/office/drawing/2014/main" id="{4B3633D2-5F1B-6C61-EBF7-7A8FB5EBEC01}"/>
              </a:ext>
            </a:extLst>
          </p:cNvPr>
          <p:cNvSpPr/>
          <p:nvPr/>
        </p:nvSpPr>
        <p:spPr>
          <a:xfrm>
            <a:off x="5112751" y="2611907"/>
            <a:ext cx="2190613" cy="28734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مربع نص 35">
            <a:extLst>
              <a:ext uri="{FF2B5EF4-FFF2-40B4-BE49-F238E27FC236}">
                <a16:creationId xmlns:a16="http://schemas.microsoft.com/office/drawing/2014/main" id="{D91E06BC-B227-0DC9-870C-0E05E310FA0C}"/>
              </a:ext>
            </a:extLst>
          </p:cNvPr>
          <p:cNvSpPr txBox="1"/>
          <p:nvPr/>
        </p:nvSpPr>
        <p:spPr>
          <a:xfrm>
            <a:off x="5698955" y="2762115"/>
            <a:ext cx="708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71" name="مربع نص 35">
            <a:extLst>
              <a:ext uri="{FF2B5EF4-FFF2-40B4-BE49-F238E27FC236}">
                <a16:creationId xmlns:a16="http://schemas.microsoft.com/office/drawing/2014/main" id="{683E12A4-686F-B503-C0BB-45285E5FAC13}"/>
              </a:ext>
            </a:extLst>
          </p:cNvPr>
          <p:cNvSpPr txBox="1"/>
          <p:nvPr/>
        </p:nvSpPr>
        <p:spPr>
          <a:xfrm>
            <a:off x="5698955" y="3569499"/>
            <a:ext cx="708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72" name="مربع نص 64">
            <a:extLst>
              <a:ext uri="{FF2B5EF4-FFF2-40B4-BE49-F238E27FC236}">
                <a16:creationId xmlns:a16="http://schemas.microsoft.com/office/drawing/2014/main" id="{043D2DBB-7C05-621B-7471-E7011CFED8F1}"/>
              </a:ext>
            </a:extLst>
          </p:cNvPr>
          <p:cNvSpPr txBox="1"/>
          <p:nvPr/>
        </p:nvSpPr>
        <p:spPr>
          <a:xfrm>
            <a:off x="5525258" y="4874050"/>
            <a:ext cx="9089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رابط</a:t>
            </a:r>
            <a:endParaRPr lang="en-US" sz="2000" dirty="0"/>
          </a:p>
        </p:txBody>
      </p:sp>
      <p:sp>
        <p:nvSpPr>
          <p:cNvPr id="73" name="مستطيل 45">
            <a:extLst>
              <a:ext uri="{FF2B5EF4-FFF2-40B4-BE49-F238E27FC236}">
                <a16:creationId xmlns:a16="http://schemas.microsoft.com/office/drawing/2014/main" id="{9630A9BB-6B89-06DE-C100-6FC090B226F4}"/>
              </a:ext>
            </a:extLst>
          </p:cNvPr>
          <p:cNvSpPr/>
          <p:nvPr/>
        </p:nvSpPr>
        <p:spPr>
          <a:xfrm>
            <a:off x="8900341" y="2624463"/>
            <a:ext cx="2190613" cy="28734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مربع نص 35">
            <a:extLst>
              <a:ext uri="{FF2B5EF4-FFF2-40B4-BE49-F238E27FC236}">
                <a16:creationId xmlns:a16="http://schemas.microsoft.com/office/drawing/2014/main" id="{4666B35D-3652-54AE-5DFD-19E45DADD724}"/>
              </a:ext>
            </a:extLst>
          </p:cNvPr>
          <p:cNvSpPr txBox="1"/>
          <p:nvPr/>
        </p:nvSpPr>
        <p:spPr>
          <a:xfrm>
            <a:off x="9486545" y="2774671"/>
            <a:ext cx="708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75" name="مربع نص 35">
            <a:extLst>
              <a:ext uri="{FF2B5EF4-FFF2-40B4-BE49-F238E27FC236}">
                <a16:creationId xmlns:a16="http://schemas.microsoft.com/office/drawing/2014/main" id="{1C024FEA-07F1-B24D-3B6D-5D707F3F4BB7}"/>
              </a:ext>
            </a:extLst>
          </p:cNvPr>
          <p:cNvSpPr txBox="1"/>
          <p:nvPr/>
        </p:nvSpPr>
        <p:spPr>
          <a:xfrm>
            <a:off x="9486545" y="3582055"/>
            <a:ext cx="708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76" name="مربع نص 64">
            <a:extLst>
              <a:ext uri="{FF2B5EF4-FFF2-40B4-BE49-F238E27FC236}">
                <a16:creationId xmlns:a16="http://schemas.microsoft.com/office/drawing/2014/main" id="{27B4EC2A-C10E-329E-B728-A5B641664618}"/>
              </a:ext>
            </a:extLst>
          </p:cNvPr>
          <p:cNvSpPr txBox="1"/>
          <p:nvPr/>
        </p:nvSpPr>
        <p:spPr>
          <a:xfrm>
            <a:off x="9312848" y="4886606"/>
            <a:ext cx="9089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رابط</a:t>
            </a:r>
            <a:endParaRPr lang="en-US" sz="2000" dirty="0"/>
          </a:p>
        </p:txBody>
      </p:sp>
      <p:sp>
        <p:nvSpPr>
          <p:cNvPr id="77" name="مستطيل 45">
            <a:extLst>
              <a:ext uri="{FF2B5EF4-FFF2-40B4-BE49-F238E27FC236}">
                <a16:creationId xmlns:a16="http://schemas.microsoft.com/office/drawing/2014/main" id="{4EDC5075-D6A3-29B9-2D25-0BE4EF97561E}"/>
              </a:ext>
            </a:extLst>
          </p:cNvPr>
          <p:cNvSpPr/>
          <p:nvPr/>
        </p:nvSpPr>
        <p:spPr>
          <a:xfrm>
            <a:off x="1394548" y="2652317"/>
            <a:ext cx="2190613" cy="28734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مربع نص 35">
            <a:extLst>
              <a:ext uri="{FF2B5EF4-FFF2-40B4-BE49-F238E27FC236}">
                <a16:creationId xmlns:a16="http://schemas.microsoft.com/office/drawing/2014/main" id="{B47B7DF9-930B-DB0E-7C09-6133C743091F}"/>
              </a:ext>
            </a:extLst>
          </p:cNvPr>
          <p:cNvSpPr txBox="1"/>
          <p:nvPr/>
        </p:nvSpPr>
        <p:spPr>
          <a:xfrm>
            <a:off x="1980752" y="2802525"/>
            <a:ext cx="708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79" name="مربع نص 35">
            <a:extLst>
              <a:ext uri="{FF2B5EF4-FFF2-40B4-BE49-F238E27FC236}">
                <a16:creationId xmlns:a16="http://schemas.microsoft.com/office/drawing/2014/main" id="{AECEFEE5-863A-731C-07D7-589A23E6588E}"/>
              </a:ext>
            </a:extLst>
          </p:cNvPr>
          <p:cNvSpPr txBox="1"/>
          <p:nvPr/>
        </p:nvSpPr>
        <p:spPr>
          <a:xfrm>
            <a:off x="1980752" y="3609909"/>
            <a:ext cx="708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80" name="مربع نص 64">
            <a:extLst>
              <a:ext uri="{FF2B5EF4-FFF2-40B4-BE49-F238E27FC236}">
                <a16:creationId xmlns:a16="http://schemas.microsoft.com/office/drawing/2014/main" id="{CF6A9B39-1DAD-F86D-2927-4F4AD8A2ED1D}"/>
              </a:ext>
            </a:extLst>
          </p:cNvPr>
          <p:cNvSpPr txBox="1"/>
          <p:nvPr/>
        </p:nvSpPr>
        <p:spPr>
          <a:xfrm>
            <a:off x="1807055" y="4914460"/>
            <a:ext cx="9089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رابط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9507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شكل بيضاوي 12">
            <a:extLst>
              <a:ext uri="{FF2B5EF4-FFF2-40B4-BE49-F238E27FC236}">
                <a16:creationId xmlns:a16="http://schemas.microsoft.com/office/drawing/2014/main" id="{35E0BF08-E92A-CBE0-FEE1-AF1D4A27934B}"/>
              </a:ext>
            </a:extLst>
          </p:cNvPr>
          <p:cNvSpPr/>
          <p:nvPr/>
        </p:nvSpPr>
        <p:spPr>
          <a:xfrm>
            <a:off x="5779152" y="878753"/>
            <a:ext cx="974353" cy="62062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مربع نص 5">
            <a:extLst>
              <a:ext uri="{FF2B5EF4-FFF2-40B4-BE49-F238E27FC236}">
                <a16:creationId xmlns:a16="http://schemas.microsoft.com/office/drawing/2014/main" id="{2896F40E-9CFD-B6BB-66E4-69FB78092E85}"/>
              </a:ext>
            </a:extLst>
          </p:cNvPr>
          <p:cNvSpPr txBox="1"/>
          <p:nvPr/>
        </p:nvSpPr>
        <p:spPr>
          <a:xfrm>
            <a:off x="5909422" y="992287"/>
            <a:ext cx="7138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صورة</a:t>
            </a:r>
            <a:endParaRPr lang="en-US" sz="2000" dirty="0"/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77DD155F-2B44-7DB5-AD1A-C966B850EE05}"/>
              </a:ext>
            </a:extLst>
          </p:cNvPr>
          <p:cNvSpPr txBox="1"/>
          <p:nvPr/>
        </p:nvSpPr>
        <p:spPr>
          <a:xfrm>
            <a:off x="2090458" y="1356925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8" name="مربع نص 7">
            <a:extLst>
              <a:ext uri="{FF2B5EF4-FFF2-40B4-BE49-F238E27FC236}">
                <a16:creationId xmlns:a16="http://schemas.microsoft.com/office/drawing/2014/main" id="{20494FE6-D7E5-291C-8C7B-904186DC87A3}"/>
              </a:ext>
            </a:extLst>
          </p:cNvPr>
          <p:cNvSpPr txBox="1"/>
          <p:nvPr/>
        </p:nvSpPr>
        <p:spPr>
          <a:xfrm>
            <a:off x="6255685" y="1356925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9" name="مربع نص 8">
            <a:extLst>
              <a:ext uri="{FF2B5EF4-FFF2-40B4-BE49-F238E27FC236}">
                <a16:creationId xmlns:a16="http://schemas.microsoft.com/office/drawing/2014/main" id="{205CD076-1009-5A9A-167C-E2BDC5D4F2D5}"/>
              </a:ext>
            </a:extLst>
          </p:cNvPr>
          <p:cNvSpPr txBox="1"/>
          <p:nvPr/>
        </p:nvSpPr>
        <p:spPr>
          <a:xfrm>
            <a:off x="10728513" y="1356925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10" name="مربع نص 9">
            <a:extLst>
              <a:ext uri="{FF2B5EF4-FFF2-40B4-BE49-F238E27FC236}">
                <a16:creationId xmlns:a16="http://schemas.microsoft.com/office/drawing/2014/main" id="{3C5EB608-1DA7-720B-0EF4-29C7663EC497}"/>
              </a:ext>
            </a:extLst>
          </p:cNvPr>
          <p:cNvSpPr txBox="1"/>
          <p:nvPr/>
        </p:nvSpPr>
        <p:spPr>
          <a:xfrm>
            <a:off x="2090458" y="1663958"/>
            <a:ext cx="4639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1600" dirty="0"/>
              <a:t>نص</a:t>
            </a:r>
            <a:endParaRPr lang="en-US" sz="1600" dirty="0"/>
          </a:p>
        </p:txBody>
      </p:sp>
      <p:sp>
        <p:nvSpPr>
          <p:cNvPr id="11" name="مربع نص 10">
            <a:extLst>
              <a:ext uri="{FF2B5EF4-FFF2-40B4-BE49-F238E27FC236}">
                <a16:creationId xmlns:a16="http://schemas.microsoft.com/office/drawing/2014/main" id="{6FA0F715-C8CC-32EA-26D5-80413CBA9D27}"/>
              </a:ext>
            </a:extLst>
          </p:cNvPr>
          <p:cNvSpPr txBox="1"/>
          <p:nvPr/>
        </p:nvSpPr>
        <p:spPr>
          <a:xfrm>
            <a:off x="6292663" y="1663958"/>
            <a:ext cx="4639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1600" dirty="0"/>
              <a:t>نص</a:t>
            </a:r>
            <a:endParaRPr lang="en-US" sz="1600" dirty="0"/>
          </a:p>
        </p:txBody>
      </p:sp>
      <p:sp>
        <p:nvSpPr>
          <p:cNvPr id="12" name="مربع نص 11">
            <a:extLst>
              <a:ext uri="{FF2B5EF4-FFF2-40B4-BE49-F238E27FC236}">
                <a16:creationId xmlns:a16="http://schemas.microsoft.com/office/drawing/2014/main" id="{2A82A581-FDEE-9904-7B06-2C8BC30F344A}"/>
              </a:ext>
            </a:extLst>
          </p:cNvPr>
          <p:cNvSpPr txBox="1"/>
          <p:nvPr/>
        </p:nvSpPr>
        <p:spPr>
          <a:xfrm>
            <a:off x="10773334" y="1663958"/>
            <a:ext cx="4639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1600" dirty="0"/>
              <a:t>نص</a:t>
            </a:r>
            <a:endParaRPr lang="en-US" sz="1600" dirty="0"/>
          </a:p>
        </p:txBody>
      </p:sp>
      <p:sp>
        <p:nvSpPr>
          <p:cNvPr id="14" name="شكل بيضاوي 13">
            <a:extLst>
              <a:ext uri="{FF2B5EF4-FFF2-40B4-BE49-F238E27FC236}">
                <a16:creationId xmlns:a16="http://schemas.microsoft.com/office/drawing/2014/main" id="{61E8AE56-42D1-E34E-2787-801A7586195D}"/>
              </a:ext>
            </a:extLst>
          </p:cNvPr>
          <p:cNvSpPr/>
          <p:nvPr/>
        </p:nvSpPr>
        <p:spPr>
          <a:xfrm>
            <a:off x="10101542" y="878753"/>
            <a:ext cx="974353" cy="62062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مربع نص 14">
            <a:extLst>
              <a:ext uri="{FF2B5EF4-FFF2-40B4-BE49-F238E27FC236}">
                <a16:creationId xmlns:a16="http://schemas.microsoft.com/office/drawing/2014/main" id="{5F159B0B-2BB0-7E68-50EF-995002063D74}"/>
              </a:ext>
            </a:extLst>
          </p:cNvPr>
          <p:cNvSpPr txBox="1"/>
          <p:nvPr/>
        </p:nvSpPr>
        <p:spPr>
          <a:xfrm>
            <a:off x="10231812" y="992287"/>
            <a:ext cx="7138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صورة</a:t>
            </a:r>
            <a:endParaRPr lang="en-US" sz="2000" dirty="0"/>
          </a:p>
        </p:txBody>
      </p:sp>
      <p:sp>
        <p:nvSpPr>
          <p:cNvPr id="16" name="شكل بيضاوي 15">
            <a:extLst>
              <a:ext uri="{FF2B5EF4-FFF2-40B4-BE49-F238E27FC236}">
                <a16:creationId xmlns:a16="http://schemas.microsoft.com/office/drawing/2014/main" id="{BF38363E-57A8-9209-6606-91E0457C92DA}"/>
              </a:ext>
            </a:extLst>
          </p:cNvPr>
          <p:cNvSpPr/>
          <p:nvPr/>
        </p:nvSpPr>
        <p:spPr>
          <a:xfrm>
            <a:off x="1613925" y="889545"/>
            <a:ext cx="974353" cy="62062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مربع نص 16">
            <a:extLst>
              <a:ext uri="{FF2B5EF4-FFF2-40B4-BE49-F238E27FC236}">
                <a16:creationId xmlns:a16="http://schemas.microsoft.com/office/drawing/2014/main" id="{D93DC6F4-7E1C-7C7A-9217-89BD16C92E79}"/>
              </a:ext>
            </a:extLst>
          </p:cNvPr>
          <p:cNvSpPr txBox="1"/>
          <p:nvPr/>
        </p:nvSpPr>
        <p:spPr>
          <a:xfrm>
            <a:off x="1744195" y="1003079"/>
            <a:ext cx="7138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صورة</a:t>
            </a:r>
            <a:endParaRPr lang="en-US" sz="2000" dirty="0"/>
          </a:p>
        </p:txBody>
      </p:sp>
      <p:cxnSp>
        <p:nvCxnSpPr>
          <p:cNvPr id="19" name="رابط مستقيم 18">
            <a:extLst>
              <a:ext uri="{FF2B5EF4-FFF2-40B4-BE49-F238E27FC236}">
                <a16:creationId xmlns:a16="http://schemas.microsoft.com/office/drawing/2014/main" id="{14E609C3-CB5E-709B-0795-D49EDB7FC218}"/>
              </a:ext>
            </a:extLst>
          </p:cNvPr>
          <p:cNvCxnSpPr/>
          <p:nvPr/>
        </p:nvCxnSpPr>
        <p:spPr>
          <a:xfrm flipH="1" flipV="1">
            <a:off x="0" y="2106706"/>
            <a:ext cx="12192000" cy="627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مستطيل 25">
            <a:extLst>
              <a:ext uri="{FF2B5EF4-FFF2-40B4-BE49-F238E27FC236}">
                <a16:creationId xmlns:a16="http://schemas.microsoft.com/office/drawing/2014/main" id="{EE8127CB-B94B-93E3-09F3-71AE09BACB78}"/>
              </a:ext>
            </a:extLst>
          </p:cNvPr>
          <p:cNvSpPr/>
          <p:nvPr/>
        </p:nvSpPr>
        <p:spPr>
          <a:xfrm>
            <a:off x="8454141" y="4128137"/>
            <a:ext cx="1880907" cy="15612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27" name="مربع نص 26">
            <a:extLst>
              <a:ext uri="{FF2B5EF4-FFF2-40B4-BE49-F238E27FC236}">
                <a16:creationId xmlns:a16="http://schemas.microsoft.com/office/drawing/2014/main" id="{4CFFAD5C-D440-1433-F386-0BE44F1AF715}"/>
              </a:ext>
            </a:extLst>
          </p:cNvPr>
          <p:cNvSpPr txBox="1"/>
          <p:nvPr/>
        </p:nvSpPr>
        <p:spPr>
          <a:xfrm>
            <a:off x="8761519" y="4620272"/>
            <a:ext cx="1069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800" dirty="0"/>
              <a:t>صورة</a:t>
            </a:r>
            <a:endParaRPr lang="en-US" sz="2800" dirty="0"/>
          </a:p>
        </p:txBody>
      </p:sp>
      <p:sp>
        <p:nvSpPr>
          <p:cNvPr id="28" name="مستطيل 27">
            <a:extLst>
              <a:ext uri="{FF2B5EF4-FFF2-40B4-BE49-F238E27FC236}">
                <a16:creationId xmlns:a16="http://schemas.microsoft.com/office/drawing/2014/main" id="{D6141480-F4AF-00FA-D22E-135692BC10D6}"/>
              </a:ext>
            </a:extLst>
          </p:cNvPr>
          <p:cNvSpPr/>
          <p:nvPr/>
        </p:nvSpPr>
        <p:spPr>
          <a:xfrm>
            <a:off x="8445035" y="2169460"/>
            <a:ext cx="1880907" cy="16180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29" name="مربع نص 28">
            <a:extLst>
              <a:ext uri="{FF2B5EF4-FFF2-40B4-BE49-F238E27FC236}">
                <a16:creationId xmlns:a16="http://schemas.microsoft.com/office/drawing/2014/main" id="{CB9A3686-7AF6-5CE9-DA78-C7CDAD5266AF}"/>
              </a:ext>
            </a:extLst>
          </p:cNvPr>
          <p:cNvSpPr txBox="1"/>
          <p:nvPr/>
        </p:nvSpPr>
        <p:spPr>
          <a:xfrm>
            <a:off x="8758518" y="2734033"/>
            <a:ext cx="1069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800" dirty="0"/>
              <a:t>صورة</a:t>
            </a:r>
            <a:endParaRPr lang="en-US" sz="2800" dirty="0"/>
          </a:p>
        </p:txBody>
      </p:sp>
      <p:sp>
        <p:nvSpPr>
          <p:cNvPr id="30" name="مستطيل 29">
            <a:extLst>
              <a:ext uri="{FF2B5EF4-FFF2-40B4-BE49-F238E27FC236}">
                <a16:creationId xmlns:a16="http://schemas.microsoft.com/office/drawing/2014/main" id="{424B5649-1CAC-7BAB-91B1-2BD00FCDF090}"/>
              </a:ext>
            </a:extLst>
          </p:cNvPr>
          <p:cNvSpPr/>
          <p:nvPr/>
        </p:nvSpPr>
        <p:spPr>
          <a:xfrm>
            <a:off x="1530725" y="2941257"/>
            <a:ext cx="1880907" cy="19586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31" name="مربع نص 30">
            <a:extLst>
              <a:ext uri="{FF2B5EF4-FFF2-40B4-BE49-F238E27FC236}">
                <a16:creationId xmlns:a16="http://schemas.microsoft.com/office/drawing/2014/main" id="{44A1DA3B-BAB1-DA59-D8C6-2EA0D6BE619B}"/>
              </a:ext>
            </a:extLst>
          </p:cNvPr>
          <p:cNvSpPr txBox="1"/>
          <p:nvPr/>
        </p:nvSpPr>
        <p:spPr>
          <a:xfrm>
            <a:off x="1936296" y="3650302"/>
            <a:ext cx="1069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800" dirty="0"/>
              <a:t>صورة</a:t>
            </a:r>
            <a:endParaRPr lang="en-US" sz="2800" dirty="0"/>
          </a:p>
        </p:txBody>
      </p:sp>
      <p:sp>
        <p:nvSpPr>
          <p:cNvPr id="33" name="مربع نص 32">
            <a:extLst>
              <a:ext uri="{FF2B5EF4-FFF2-40B4-BE49-F238E27FC236}">
                <a16:creationId xmlns:a16="http://schemas.microsoft.com/office/drawing/2014/main" id="{1F96C894-5966-60C5-9952-9D628E2AB69A}"/>
              </a:ext>
            </a:extLst>
          </p:cNvPr>
          <p:cNvSpPr txBox="1"/>
          <p:nvPr/>
        </p:nvSpPr>
        <p:spPr>
          <a:xfrm>
            <a:off x="7907152" y="2182859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34" name="مربع نص 33">
            <a:extLst>
              <a:ext uri="{FF2B5EF4-FFF2-40B4-BE49-F238E27FC236}">
                <a16:creationId xmlns:a16="http://schemas.microsoft.com/office/drawing/2014/main" id="{8D7EA365-69AF-BED8-4E2D-683C53CF248E}"/>
              </a:ext>
            </a:extLst>
          </p:cNvPr>
          <p:cNvSpPr txBox="1"/>
          <p:nvPr/>
        </p:nvSpPr>
        <p:spPr>
          <a:xfrm>
            <a:off x="7770521" y="4190889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35" name="مربع نص 34">
            <a:extLst>
              <a:ext uri="{FF2B5EF4-FFF2-40B4-BE49-F238E27FC236}">
                <a16:creationId xmlns:a16="http://schemas.microsoft.com/office/drawing/2014/main" id="{9F4552D8-47A0-F9C6-10F4-BB4912F972A3}"/>
              </a:ext>
            </a:extLst>
          </p:cNvPr>
          <p:cNvSpPr txBox="1"/>
          <p:nvPr/>
        </p:nvSpPr>
        <p:spPr>
          <a:xfrm>
            <a:off x="3680573" y="2940059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cxnSp>
        <p:nvCxnSpPr>
          <p:cNvPr id="36" name="رابط مستقيم 35">
            <a:extLst>
              <a:ext uri="{FF2B5EF4-FFF2-40B4-BE49-F238E27FC236}">
                <a16:creationId xmlns:a16="http://schemas.microsoft.com/office/drawing/2014/main" id="{97CD3911-0C69-A627-CD54-95A69F74CAFD}"/>
              </a:ext>
            </a:extLst>
          </p:cNvPr>
          <p:cNvCxnSpPr/>
          <p:nvPr/>
        </p:nvCxnSpPr>
        <p:spPr>
          <a:xfrm>
            <a:off x="0" y="842683"/>
            <a:ext cx="12192000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7" name="مربع نص 36">
            <a:extLst>
              <a:ext uri="{FF2B5EF4-FFF2-40B4-BE49-F238E27FC236}">
                <a16:creationId xmlns:a16="http://schemas.microsoft.com/office/drawing/2014/main" id="{CB202E6E-C0CF-F384-4352-1E49AF778D07}"/>
              </a:ext>
            </a:extLst>
          </p:cNvPr>
          <p:cNvSpPr txBox="1"/>
          <p:nvPr/>
        </p:nvSpPr>
        <p:spPr>
          <a:xfrm>
            <a:off x="788893" y="238749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42" name="مربع نص 41">
            <a:extLst>
              <a:ext uri="{FF2B5EF4-FFF2-40B4-BE49-F238E27FC236}">
                <a16:creationId xmlns:a16="http://schemas.microsoft.com/office/drawing/2014/main" id="{EA6E28BB-5EB5-D636-2FD2-A2D02D721A27}"/>
              </a:ext>
            </a:extLst>
          </p:cNvPr>
          <p:cNvSpPr txBox="1"/>
          <p:nvPr/>
        </p:nvSpPr>
        <p:spPr>
          <a:xfrm>
            <a:off x="8758518" y="216806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43" name="مربع نص 42">
            <a:extLst>
              <a:ext uri="{FF2B5EF4-FFF2-40B4-BE49-F238E27FC236}">
                <a16:creationId xmlns:a16="http://schemas.microsoft.com/office/drawing/2014/main" id="{1488D219-8E9E-37CA-145C-AC68545733DA}"/>
              </a:ext>
            </a:extLst>
          </p:cNvPr>
          <p:cNvSpPr txBox="1"/>
          <p:nvPr/>
        </p:nvSpPr>
        <p:spPr>
          <a:xfrm>
            <a:off x="10775577" y="185076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44" name="مربع نص 43">
            <a:extLst>
              <a:ext uri="{FF2B5EF4-FFF2-40B4-BE49-F238E27FC236}">
                <a16:creationId xmlns:a16="http://schemas.microsoft.com/office/drawing/2014/main" id="{46FE47F9-3300-1792-EC1D-FF7084E73506}"/>
              </a:ext>
            </a:extLst>
          </p:cNvPr>
          <p:cNvSpPr txBox="1"/>
          <p:nvPr/>
        </p:nvSpPr>
        <p:spPr>
          <a:xfrm>
            <a:off x="11394142" y="185076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45" name="مربع نص 44">
            <a:extLst>
              <a:ext uri="{FF2B5EF4-FFF2-40B4-BE49-F238E27FC236}">
                <a16:creationId xmlns:a16="http://schemas.microsoft.com/office/drawing/2014/main" id="{6A2D08FB-E7AB-EA45-9BD5-3D32B8EED054}"/>
              </a:ext>
            </a:extLst>
          </p:cNvPr>
          <p:cNvSpPr txBox="1"/>
          <p:nvPr/>
        </p:nvSpPr>
        <p:spPr>
          <a:xfrm>
            <a:off x="10076330" y="204834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46" name="مربع نص 45">
            <a:extLst>
              <a:ext uri="{FF2B5EF4-FFF2-40B4-BE49-F238E27FC236}">
                <a16:creationId xmlns:a16="http://schemas.microsoft.com/office/drawing/2014/main" id="{0F5543BC-2F1B-08B1-7B88-98D29662F165}"/>
              </a:ext>
            </a:extLst>
          </p:cNvPr>
          <p:cNvSpPr txBox="1"/>
          <p:nvPr/>
        </p:nvSpPr>
        <p:spPr>
          <a:xfrm>
            <a:off x="9457765" y="216806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cxnSp>
        <p:nvCxnSpPr>
          <p:cNvPr id="47" name="رابط مستقيم 46">
            <a:extLst>
              <a:ext uri="{FF2B5EF4-FFF2-40B4-BE49-F238E27FC236}">
                <a16:creationId xmlns:a16="http://schemas.microsoft.com/office/drawing/2014/main" id="{65C8850A-0C1B-56F5-16DD-BA990D2002E3}"/>
              </a:ext>
            </a:extLst>
          </p:cNvPr>
          <p:cNvCxnSpPr/>
          <p:nvPr/>
        </p:nvCxnSpPr>
        <p:spPr>
          <a:xfrm>
            <a:off x="0" y="5809547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مربع نص 47">
            <a:extLst>
              <a:ext uri="{FF2B5EF4-FFF2-40B4-BE49-F238E27FC236}">
                <a16:creationId xmlns:a16="http://schemas.microsoft.com/office/drawing/2014/main" id="{7655D0D0-5F9B-2D40-2F96-2E88A7ABFB9C}"/>
              </a:ext>
            </a:extLst>
          </p:cNvPr>
          <p:cNvSpPr txBox="1"/>
          <p:nvPr/>
        </p:nvSpPr>
        <p:spPr>
          <a:xfrm>
            <a:off x="5289178" y="5918356"/>
            <a:ext cx="690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رابط</a:t>
            </a:r>
            <a:endParaRPr lang="en-US" sz="2000" dirty="0"/>
          </a:p>
        </p:txBody>
      </p:sp>
      <p:sp>
        <p:nvSpPr>
          <p:cNvPr id="49" name="مربع نص 48">
            <a:extLst>
              <a:ext uri="{FF2B5EF4-FFF2-40B4-BE49-F238E27FC236}">
                <a16:creationId xmlns:a16="http://schemas.microsoft.com/office/drawing/2014/main" id="{5D01B7F0-2EFE-1BAF-4E6A-20258096E1C8}"/>
              </a:ext>
            </a:extLst>
          </p:cNvPr>
          <p:cNvSpPr txBox="1"/>
          <p:nvPr/>
        </p:nvSpPr>
        <p:spPr>
          <a:xfrm>
            <a:off x="4365811" y="5929746"/>
            <a:ext cx="690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رابط</a:t>
            </a:r>
            <a:endParaRPr lang="en-US" sz="2000" dirty="0"/>
          </a:p>
        </p:txBody>
      </p:sp>
      <p:sp>
        <p:nvSpPr>
          <p:cNvPr id="50" name="مربع نص 49">
            <a:extLst>
              <a:ext uri="{FF2B5EF4-FFF2-40B4-BE49-F238E27FC236}">
                <a16:creationId xmlns:a16="http://schemas.microsoft.com/office/drawing/2014/main" id="{DE59209C-4185-EA28-DDE7-E510ECB89401}"/>
              </a:ext>
            </a:extLst>
          </p:cNvPr>
          <p:cNvSpPr txBox="1"/>
          <p:nvPr/>
        </p:nvSpPr>
        <p:spPr>
          <a:xfrm>
            <a:off x="6039970" y="5924905"/>
            <a:ext cx="690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رابط</a:t>
            </a:r>
            <a:endParaRPr lang="en-US" sz="2000" dirty="0"/>
          </a:p>
        </p:txBody>
      </p:sp>
      <p:sp>
        <p:nvSpPr>
          <p:cNvPr id="51" name="مربع نص 50">
            <a:extLst>
              <a:ext uri="{FF2B5EF4-FFF2-40B4-BE49-F238E27FC236}">
                <a16:creationId xmlns:a16="http://schemas.microsoft.com/office/drawing/2014/main" id="{F3B79E90-E249-E9ED-6D2E-F9E8BD6AF225}"/>
              </a:ext>
            </a:extLst>
          </p:cNvPr>
          <p:cNvSpPr txBox="1"/>
          <p:nvPr/>
        </p:nvSpPr>
        <p:spPr>
          <a:xfrm>
            <a:off x="6963337" y="5906967"/>
            <a:ext cx="690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رابط</a:t>
            </a:r>
            <a:endParaRPr lang="en-US" sz="2000" dirty="0"/>
          </a:p>
        </p:txBody>
      </p:sp>
      <p:cxnSp>
        <p:nvCxnSpPr>
          <p:cNvPr id="52" name="رابط مستقيم 51">
            <a:extLst>
              <a:ext uri="{FF2B5EF4-FFF2-40B4-BE49-F238E27FC236}">
                <a16:creationId xmlns:a16="http://schemas.microsoft.com/office/drawing/2014/main" id="{9E09AA4D-223E-D5E9-2039-DEBF15B7D67D}"/>
              </a:ext>
            </a:extLst>
          </p:cNvPr>
          <p:cNvCxnSpPr/>
          <p:nvPr/>
        </p:nvCxnSpPr>
        <p:spPr>
          <a:xfrm>
            <a:off x="0" y="6517341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مربع نص 52">
            <a:extLst>
              <a:ext uri="{FF2B5EF4-FFF2-40B4-BE49-F238E27FC236}">
                <a16:creationId xmlns:a16="http://schemas.microsoft.com/office/drawing/2014/main" id="{A11DAD2C-59EF-ECE5-0C2E-6AD1197825D2}"/>
              </a:ext>
            </a:extLst>
          </p:cNvPr>
          <p:cNvSpPr txBox="1"/>
          <p:nvPr/>
        </p:nvSpPr>
        <p:spPr>
          <a:xfrm>
            <a:off x="5771028" y="6457890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29237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مستطيل: زوايا مستديرة 4">
            <a:extLst>
              <a:ext uri="{FF2B5EF4-FFF2-40B4-BE49-F238E27FC236}">
                <a16:creationId xmlns:a16="http://schemas.microsoft.com/office/drawing/2014/main" id="{996DE07B-BDB2-7A67-4FD2-4AA56E2C94D3}"/>
              </a:ext>
            </a:extLst>
          </p:cNvPr>
          <p:cNvSpPr/>
          <p:nvPr/>
        </p:nvSpPr>
        <p:spPr>
          <a:xfrm>
            <a:off x="4545106" y="912620"/>
            <a:ext cx="3693458" cy="481341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مربع نص 5">
            <a:extLst>
              <a:ext uri="{FF2B5EF4-FFF2-40B4-BE49-F238E27FC236}">
                <a16:creationId xmlns:a16="http://schemas.microsoft.com/office/drawing/2014/main" id="{6203C8A7-AE43-3791-8ABE-641FC3D3DC86}"/>
              </a:ext>
            </a:extLst>
          </p:cNvPr>
          <p:cNvSpPr txBox="1"/>
          <p:nvPr/>
        </p:nvSpPr>
        <p:spPr>
          <a:xfrm>
            <a:off x="6122895" y="912620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4FC952FF-2623-9B50-1CF6-E9EFBF7AA7F9}"/>
              </a:ext>
            </a:extLst>
          </p:cNvPr>
          <p:cNvSpPr txBox="1"/>
          <p:nvPr/>
        </p:nvSpPr>
        <p:spPr>
          <a:xfrm>
            <a:off x="6122895" y="1312730"/>
            <a:ext cx="5109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1600" dirty="0"/>
              <a:t>نص</a:t>
            </a:r>
            <a:endParaRPr lang="en-US" sz="1600" dirty="0"/>
          </a:p>
        </p:txBody>
      </p:sp>
      <p:sp>
        <p:nvSpPr>
          <p:cNvPr id="10" name="مستطيل: زوايا مستديرة 9">
            <a:extLst>
              <a:ext uri="{FF2B5EF4-FFF2-40B4-BE49-F238E27FC236}">
                <a16:creationId xmlns:a16="http://schemas.microsoft.com/office/drawing/2014/main" id="{B33BDD37-5F45-1654-83D1-6C5C662E61D0}"/>
              </a:ext>
            </a:extLst>
          </p:cNvPr>
          <p:cNvSpPr/>
          <p:nvPr/>
        </p:nvSpPr>
        <p:spPr>
          <a:xfrm>
            <a:off x="4706470" y="1846728"/>
            <a:ext cx="3397623" cy="27039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مربع نص 11">
            <a:extLst>
              <a:ext uri="{FF2B5EF4-FFF2-40B4-BE49-F238E27FC236}">
                <a16:creationId xmlns:a16="http://schemas.microsoft.com/office/drawing/2014/main" id="{7505BB86-36CC-9BC8-C590-EAB3A66A6862}"/>
              </a:ext>
            </a:extLst>
          </p:cNvPr>
          <p:cNvSpPr txBox="1"/>
          <p:nvPr/>
        </p:nvSpPr>
        <p:spPr>
          <a:xfrm>
            <a:off x="7539318" y="1812648"/>
            <a:ext cx="5109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1600" dirty="0"/>
              <a:t>نص</a:t>
            </a:r>
            <a:endParaRPr lang="en-US" sz="1600" dirty="0"/>
          </a:p>
        </p:txBody>
      </p:sp>
      <p:sp>
        <p:nvSpPr>
          <p:cNvPr id="13" name="مربع نص 12">
            <a:extLst>
              <a:ext uri="{FF2B5EF4-FFF2-40B4-BE49-F238E27FC236}">
                <a16:creationId xmlns:a16="http://schemas.microsoft.com/office/drawing/2014/main" id="{BEF09353-79E4-2DE9-D89F-34728642A1B7}"/>
              </a:ext>
            </a:extLst>
          </p:cNvPr>
          <p:cNvSpPr txBox="1"/>
          <p:nvPr/>
        </p:nvSpPr>
        <p:spPr>
          <a:xfrm>
            <a:off x="6136341" y="2185282"/>
            <a:ext cx="5109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1600" dirty="0"/>
              <a:t>نص</a:t>
            </a:r>
            <a:endParaRPr lang="en-US" sz="1600" dirty="0"/>
          </a:p>
        </p:txBody>
      </p:sp>
      <p:sp>
        <p:nvSpPr>
          <p:cNvPr id="14" name="مستطيل: زوايا مستديرة 13">
            <a:extLst>
              <a:ext uri="{FF2B5EF4-FFF2-40B4-BE49-F238E27FC236}">
                <a16:creationId xmlns:a16="http://schemas.microsoft.com/office/drawing/2014/main" id="{957CB8B3-AC33-8F6F-B35E-E40CFBC56189}"/>
              </a:ext>
            </a:extLst>
          </p:cNvPr>
          <p:cNvSpPr/>
          <p:nvPr/>
        </p:nvSpPr>
        <p:spPr>
          <a:xfrm>
            <a:off x="4706470" y="2633734"/>
            <a:ext cx="3397623" cy="27039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مربع نص 14">
            <a:extLst>
              <a:ext uri="{FF2B5EF4-FFF2-40B4-BE49-F238E27FC236}">
                <a16:creationId xmlns:a16="http://schemas.microsoft.com/office/drawing/2014/main" id="{9A099031-0401-2078-2C6D-E49186676313}"/>
              </a:ext>
            </a:extLst>
          </p:cNvPr>
          <p:cNvSpPr txBox="1"/>
          <p:nvPr/>
        </p:nvSpPr>
        <p:spPr>
          <a:xfrm>
            <a:off x="7539318" y="2599654"/>
            <a:ext cx="5109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1600" dirty="0"/>
              <a:t>نص</a:t>
            </a:r>
            <a:endParaRPr lang="en-US" sz="1600" dirty="0"/>
          </a:p>
        </p:txBody>
      </p:sp>
      <p:sp>
        <p:nvSpPr>
          <p:cNvPr id="16" name="مربع نص 15">
            <a:extLst>
              <a:ext uri="{FF2B5EF4-FFF2-40B4-BE49-F238E27FC236}">
                <a16:creationId xmlns:a16="http://schemas.microsoft.com/office/drawing/2014/main" id="{74407F78-F2FA-BB76-2409-46230E564D98}"/>
              </a:ext>
            </a:extLst>
          </p:cNvPr>
          <p:cNvSpPr txBox="1"/>
          <p:nvPr/>
        </p:nvSpPr>
        <p:spPr>
          <a:xfrm>
            <a:off x="6136341" y="2871169"/>
            <a:ext cx="5109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1600" dirty="0"/>
              <a:t>نص</a:t>
            </a:r>
            <a:endParaRPr lang="en-US" sz="1600" dirty="0"/>
          </a:p>
        </p:txBody>
      </p:sp>
      <p:sp>
        <p:nvSpPr>
          <p:cNvPr id="17" name="مستطيل: زوايا مستديرة 16">
            <a:extLst>
              <a:ext uri="{FF2B5EF4-FFF2-40B4-BE49-F238E27FC236}">
                <a16:creationId xmlns:a16="http://schemas.microsoft.com/office/drawing/2014/main" id="{68CC3A7F-AF1A-481D-4232-CFBA8576202B}"/>
              </a:ext>
            </a:extLst>
          </p:cNvPr>
          <p:cNvSpPr/>
          <p:nvPr/>
        </p:nvSpPr>
        <p:spPr>
          <a:xfrm>
            <a:off x="4706470" y="3319621"/>
            <a:ext cx="3397623" cy="6518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مربع نص 17">
            <a:extLst>
              <a:ext uri="{FF2B5EF4-FFF2-40B4-BE49-F238E27FC236}">
                <a16:creationId xmlns:a16="http://schemas.microsoft.com/office/drawing/2014/main" id="{A00C7604-43C1-1A35-249F-94BA82B387E8}"/>
              </a:ext>
            </a:extLst>
          </p:cNvPr>
          <p:cNvSpPr txBox="1"/>
          <p:nvPr/>
        </p:nvSpPr>
        <p:spPr>
          <a:xfrm>
            <a:off x="7539318" y="3285541"/>
            <a:ext cx="5109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1600" dirty="0"/>
              <a:t>نص</a:t>
            </a:r>
            <a:endParaRPr lang="en-US" sz="1600" dirty="0"/>
          </a:p>
        </p:txBody>
      </p:sp>
      <p:sp>
        <p:nvSpPr>
          <p:cNvPr id="19" name="مربع نص 18">
            <a:extLst>
              <a:ext uri="{FF2B5EF4-FFF2-40B4-BE49-F238E27FC236}">
                <a16:creationId xmlns:a16="http://schemas.microsoft.com/office/drawing/2014/main" id="{3B8A2F7C-110B-52C2-1D9E-098067F4E14D}"/>
              </a:ext>
            </a:extLst>
          </p:cNvPr>
          <p:cNvSpPr txBox="1"/>
          <p:nvPr/>
        </p:nvSpPr>
        <p:spPr>
          <a:xfrm>
            <a:off x="6109447" y="4818257"/>
            <a:ext cx="5109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1600" dirty="0"/>
              <a:t>نص</a:t>
            </a:r>
            <a:endParaRPr lang="en-US" sz="1600" dirty="0"/>
          </a:p>
        </p:txBody>
      </p:sp>
      <p:sp>
        <p:nvSpPr>
          <p:cNvPr id="20" name="مربع نص 19">
            <a:extLst>
              <a:ext uri="{FF2B5EF4-FFF2-40B4-BE49-F238E27FC236}">
                <a16:creationId xmlns:a16="http://schemas.microsoft.com/office/drawing/2014/main" id="{61614717-F10C-18D7-501D-E2B1FE6718FD}"/>
              </a:ext>
            </a:extLst>
          </p:cNvPr>
          <p:cNvSpPr txBox="1"/>
          <p:nvPr/>
        </p:nvSpPr>
        <p:spPr>
          <a:xfrm>
            <a:off x="6116171" y="4515586"/>
            <a:ext cx="5109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1600" dirty="0"/>
              <a:t>نص</a:t>
            </a:r>
            <a:endParaRPr lang="en-US" sz="1600" dirty="0"/>
          </a:p>
        </p:txBody>
      </p:sp>
      <p:sp>
        <p:nvSpPr>
          <p:cNvPr id="21" name="مربع نص 20">
            <a:extLst>
              <a:ext uri="{FF2B5EF4-FFF2-40B4-BE49-F238E27FC236}">
                <a16:creationId xmlns:a16="http://schemas.microsoft.com/office/drawing/2014/main" id="{1DAA7D21-4D6D-31E0-8DDE-CA421C8F9237}"/>
              </a:ext>
            </a:extLst>
          </p:cNvPr>
          <p:cNvSpPr txBox="1"/>
          <p:nvPr/>
        </p:nvSpPr>
        <p:spPr>
          <a:xfrm>
            <a:off x="6109447" y="4212915"/>
            <a:ext cx="5109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1600" dirty="0"/>
              <a:t>نص</a:t>
            </a:r>
            <a:endParaRPr lang="en-US" sz="1600" dirty="0"/>
          </a:p>
        </p:txBody>
      </p:sp>
      <p:sp>
        <p:nvSpPr>
          <p:cNvPr id="22" name="مربع نص 21">
            <a:extLst>
              <a:ext uri="{FF2B5EF4-FFF2-40B4-BE49-F238E27FC236}">
                <a16:creationId xmlns:a16="http://schemas.microsoft.com/office/drawing/2014/main" id="{69951DFC-FB5B-E6AD-B944-D0EB682E8F5A}"/>
              </a:ext>
            </a:extLst>
          </p:cNvPr>
          <p:cNvSpPr txBox="1"/>
          <p:nvPr/>
        </p:nvSpPr>
        <p:spPr>
          <a:xfrm>
            <a:off x="6122895" y="3971428"/>
            <a:ext cx="5109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1600" dirty="0"/>
              <a:t>نص</a:t>
            </a:r>
            <a:endParaRPr lang="en-US" sz="1600" dirty="0"/>
          </a:p>
        </p:txBody>
      </p:sp>
      <p:sp>
        <p:nvSpPr>
          <p:cNvPr id="23" name="مستطيل: زوايا مستديرة 22">
            <a:extLst>
              <a:ext uri="{FF2B5EF4-FFF2-40B4-BE49-F238E27FC236}">
                <a16:creationId xmlns:a16="http://schemas.microsoft.com/office/drawing/2014/main" id="{F18EC6F0-E03A-5C0C-98C8-6116650888C9}"/>
              </a:ext>
            </a:extLst>
          </p:cNvPr>
          <p:cNvSpPr/>
          <p:nvPr/>
        </p:nvSpPr>
        <p:spPr>
          <a:xfrm>
            <a:off x="4706470" y="5177204"/>
            <a:ext cx="3397623" cy="27039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مربع نص 23">
            <a:extLst>
              <a:ext uri="{FF2B5EF4-FFF2-40B4-BE49-F238E27FC236}">
                <a16:creationId xmlns:a16="http://schemas.microsoft.com/office/drawing/2014/main" id="{945D7A61-06D8-4219-D4F6-D514C61976EB}"/>
              </a:ext>
            </a:extLst>
          </p:cNvPr>
          <p:cNvSpPr txBox="1"/>
          <p:nvPr/>
        </p:nvSpPr>
        <p:spPr>
          <a:xfrm>
            <a:off x="6122895" y="5156811"/>
            <a:ext cx="5109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1600" dirty="0"/>
              <a:t>نص</a:t>
            </a:r>
            <a:endParaRPr lang="en-US" sz="1600" dirty="0"/>
          </a:p>
        </p:txBody>
      </p:sp>
      <p:cxnSp>
        <p:nvCxnSpPr>
          <p:cNvPr id="25" name="رابط مستقيم 24">
            <a:extLst>
              <a:ext uri="{FF2B5EF4-FFF2-40B4-BE49-F238E27FC236}">
                <a16:creationId xmlns:a16="http://schemas.microsoft.com/office/drawing/2014/main" id="{55F6FC9D-61E9-D3F4-ACD6-F73D30E04C44}"/>
              </a:ext>
            </a:extLst>
          </p:cNvPr>
          <p:cNvCxnSpPr/>
          <p:nvPr/>
        </p:nvCxnSpPr>
        <p:spPr>
          <a:xfrm>
            <a:off x="0" y="842683"/>
            <a:ext cx="12192000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6" name="مربع نص 25">
            <a:extLst>
              <a:ext uri="{FF2B5EF4-FFF2-40B4-BE49-F238E27FC236}">
                <a16:creationId xmlns:a16="http://schemas.microsoft.com/office/drawing/2014/main" id="{89DE2372-96F5-F65A-16AD-46A180FA160A}"/>
              </a:ext>
            </a:extLst>
          </p:cNvPr>
          <p:cNvSpPr txBox="1"/>
          <p:nvPr/>
        </p:nvSpPr>
        <p:spPr>
          <a:xfrm>
            <a:off x="788893" y="238749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31" name="مربع نص 30">
            <a:extLst>
              <a:ext uri="{FF2B5EF4-FFF2-40B4-BE49-F238E27FC236}">
                <a16:creationId xmlns:a16="http://schemas.microsoft.com/office/drawing/2014/main" id="{196FDC74-6B28-FEEA-D02F-9837AE23DC15}"/>
              </a:ext>
            </a:extLst>
          </p:cNvPr>
          <p:cNvSpPr txBox="1"/>
          <p:nvPr/>
        </p:nvSpPr>
        <p:spPr>
          <a:xfrm>
            <a:off x="8758518" y="216806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32" name="مربع نص 31">
            <a:extLst>
              <a:ext uri="{FF2B5EF4-FFF2-40B4-BE49-F238E27FC236}">
                <a16:creationId xmlns:a16="http://schemas.microsoft.com/office/drawing/2014/main" id="{24593395-487A-8818-5921-4A5D09F6F89E}"/>
              </a:ext>
            </a:extLst>
          </p:cNvPr>
          <p:cNvSpPr txBox="1"/>
          <p:nvPr/>
        </p:nvSpPr>
        <p:spPr>
          <a:xfrm>
            <a:off x="10775577" y="185076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33" name="مربع نص 32">
            <a:extLst>
              <a:ext uri="{FF2B5EF4-FFF2-40B4-BE49-F238E27FC236}">
                <a16:creationId xmlns:a16="http://schemas.microsoft.com/office/drawing/2014/main" id="{78C7F717-9D53-A831-9697-FECD32F2487F}"/>
              </a:ext>
            </a:extLst>
          </p:cNvPr>
          <p:cNvSpPr txBox="1"/>
          <p:nvPr/>
        </p:nvSpPr>
        <p:spPr>
          <a:xfrm>
            <a:off x="11394142" y="185076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34" name="مربع نص 33">
            <a:extLst>
              <a:ext uri="{FF2B5EF4-FFF2-40B4-BE49-F238E27FC236}">
                <a16:creationId xmlns:a16="http://schemas.microsoft.com/office/drawing/2014/main" id="{763D9158-AA68-49B9-2E6B-C00A022F0F42}"/>
              </a:ext>
            </a:extLst>
          </p:cNvPr>
          <p:cNvSpPr txBox="1"/>
          <p:nvPr/>
        </p:nvSpPr>
        <p:spPr>
          <a:xfrm>
            <a:off x="10076330" y="204834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35" name="مربع نص 34">
            <a:extLst>
              <a:ext uri="{FF2B5EF4-FFF2-40B4-BE49-F238E27FC236}">
                <a16:creationId xmlns:a16="http://schemas.microsoft.com/office/drawing/2014/main" id="{740D5975-ADB0-D726-4E08-691CE394C187}"/>
              </a:ext>
            </a:extLst>
          </p:cNvPr>
          <p:cNvSpPr txBox="1"/>
          <p:nvPr/>
        </p:nvSpPr>
        <p:spPr>
          <a:xfrm>
            <a:off x="9457765" y="216806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cxnSp>
        <p:nvCxnSpPr>
          <p:cNvPr id="36" name="رابط مستقيم 35">
            <a:extLst>
              <a:ext uri="{FF2B5EF4-FFF2-40B4-BE49-F238E27FC236}">
                <a16:creationId xmlns:a16="http://schemas.microsoft.com/office/drawing/2014/main" id="{AE5CD37B-D235-AB86-8EF8-DDD86FC589E3}"/>
              </a:ext>
            </a:extLst>
          </p:cNvPr>
          <p:cNvCxnSpPr/>
          <p:nvPr/>
        </p:nvCxnSpPr>
        <p:spPr>
          <a:xfrm>
            <a:off x="0" y="5809547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مربع نص 36">
            <a:extLst>
              <a:ext uri="{FF2B5EF4-FFF2-40B4-BE49-F238E27FC236}">
                <a16:creationId xmlns:a16="http://schemas.microsoft.com/office/drawing/2014/main" id="{B7604694-3134-12B1-26F5-1285234F691A}"/>
              </a:ext>
            </a:extLst>
          </p:cNvPr>
          <p:cNvSpPr txBox="1"/>
          <p:nvPr/>
        </p:nvSpPr>
        <p:spPr>
          <a:xfrm>
            <a:off x="5289178" y="5918356"/>
            <a:ext cx="690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رابط</a:t>
            </a:r>
            <a:endParaRPr lang="en-US" sz="2000" dirty="0"/>
          </a:p>
        </p:txBody>
      </p:sp>
      <p:sp>
        <p:nvSpPr>
          <p:cNvPr id="38" name="مربع نص 37">
            <a:extLst>
              <a:ext uri="{FF2B5EF4-FFF2-40B4-BE49-F238E27FC236}">
                <a16:creationId xmlns:a16="http://schemas.microsoft.com/office/drawing/2014/main" id="{ED171CF2-A92E-9FD2-8202-30967382653D}"/>
              </a:ext>
            </a:extLst>
          </p:cNvPr>
          <p:cNvSpPr txBox="1"/>
          <p:nvPr/>
        </p:nvSpPr>
        <p:spPr>
          <a:xfrm>
            <a:off x="4365811" y="5929746"/>
            <a:ext cx="690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رابط</a:t>
            </a:r>
            <a:endParaRPr lang="en-US" sz="2000" dirty="0"/>
          </a:p>
        </p:txBody>
      </p:sp>
      <p:sp>
        <p:nvSpPr>
          <p:cNvPr id="39" name="مربع نص 38">
            <a:extLst>
              <a:ext uri="{FF2B5EF4-FFF2-40B4-BE49-F238E27FC236}">
                <a16:creationId xmlns:a16="http://schemas.microsoft.com/office/drawing/2014/main" id="{3AC7D19F-E655-9E10-6C58-C23162DAD04C}"/>
              </a:ext>
            </a:extLst>
          </p:cNvPr>
          <p:cNvSpPr txBox="1"/>
          <p:nvPr/>
        </p:nvSpPr>
        <p:spPr>
          <a:xfrm>
            <a:off x="6039970" y="5924905"/>
            <a:ext cx="690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رابط</a:t>
            </a:r>
            <a:endParaRPr lang="en-US" sz="2000" dirty="0"/>
          </a:p>
        </p:txBody>
      </p:sp>
      <p:sp>
        <p:nvSpPr>
          <p:cNvPr id="40" name="مربع نص 39">
            <a:extLst>
              <a:ext uri="{FF2B5EF4-FFF2-40B4-BE49-F238E27FC236}">
                <a16:creationId xmlns:a16="http://schemas.microsoft.com/office/drawing/2014/main" id="{98B6563E-4247-3C19-5754-5A7FCD32ED14}"/>
              </a:ext>
            </a:extLst>
          </p:cNvPr>
          <p:cNvSpPr txBox="1"/>
          <p:nvPr/>
        </p:nvSpPr>
        <p:spPr>
          <a:xfrm>
            <a:off x="6963337" y="5906967"/>
            <a:ext cx="690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رابط</a:t>
            </a:r>
            <a:endParaRPr lang="en-US" sz="2000" dirty="0"/>
          </a:p>
        </p:txBody>
      </p:sp>
      <p:cxnSp>
        <p:nvCxnSpPr>
          <p:cNvPr id="41" name="رابط مستقيم 40">
            <a:extLst>
              <a:ext uri="{FF2B5EF4-FFF2-40B4-BE49-F238E27FC236}">
                <a16:creationId xmlns:a16="http://schemas.microsoft.com/office/drawing/2014/main" id="{37C80A8B-EA13-1708-A5A1-57DCE392BB52}"/>
              </a:ext>
            </a:extLst>
          </p:cNvPr>
          <p:cNvCxnSpPr/>
          <p:nvPr/>
        </p:nvCxnSpPr>
        <p:spPr>
          <a:xfrm>
            <a:off x="0" y="6517341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مربع نص 41">
            <a:extLst>
              <a:ext uri="{FF2B5EF4-FFF2-40B4-BE49-F238E27FC236}">
                <a16:creationId xmlns:a16="http://schemas.microsoft.com/office/drawing/2014/main" id="{AD2640CC-17FE-4E8E-DCF5-D20455085FB0}"/>
              </a:ext>
            </a:extLst>
          </p:cNvPr>
          <p:cNvSpPr txBox="1"/>
          <p:nvPr/>
        </p:nvSpPr>
        <p:spPr>
          <a:xfrm>
            <a:off x="5771028" y="6457890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3375324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128</Words>
  <Application>Microsoft Office PowerPoint</Application>
  <PresentationFormat>Widescreen</PresentationFormat>
  <Paragraphs>128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نسق Office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creator>user</dc:creator>
  <cp:lastModifiedBy>user</cp:lastModifiedBy>
  <cp:revision>6</cp:revision>
  <dcterms:created xsi:type="dcterms:W3CDTF">2025-06-03T08:09:08Z</dcterms:created>
  <dcterms:modified xsi:type="dcterms:W3CDTF">2026-03-05T23:19:55Z</dcterms:modified>
</cp:coreProperties>
</file>