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85C0-1053-4686-9772-F4C952B79E4B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AC7B-E945-4B71-B3BF-EF0F0736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98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85C0-1053-4686-9772-F4C952B79E4B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AC7B-E945-4B71-B3BF-EF0F0736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62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85C0-1053-4686-9772-F4C952B79E4B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AC7B-E945-4B71-B3BF-EF0F0736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7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85C0-1053-4686-9772-F4C952B79E4B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AC7B-E945-4B71-B3BF-EF0F0736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8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85C0-1053-4686-9772-F4C952B79E4B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AC7B-E945-4B71-B3BF-EF0F0736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26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85C0-1053-4686-9772-F4C952B79E4B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AC7B-E945-4B71-B3BF-EF0F0736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79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85C0-1053-4686-9772-F4C952B79E4B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AC7B-E945-4B71-B3BF-EF0F0736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5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85C0-1053-4686-9772-F4C952B79E4B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AC7B-E945-4B71-B3BF-EF0F0736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4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85C0-1053-4686-9772-F4C952B79E4B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AC7B-E945-4B71-B3BF-EF0F0736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68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85C0-1053-4686-9772-F4C952B79E4B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AC7B-E945-4B71-B3BF-EF0F0736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28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85C0-1053-4686-9772-F4C952B79E4B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AC7B-E945-4B71-B3BF-EF0F0736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5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285C0-1053-4686-9772-F4C952B79E4B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8AC7B-E945-4B71-B3BF-EF0F0736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7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عنصر نائب للمحتوى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مستطيل 5"/>
          <p:cNvSpPr/>
          <p:nvPr/>
        </p:nvSpPr>
        <p:spPr>
          <a:xfrm>
            <a:off x="7743825" y="0"/>
            <a:ext cx="4448175" cy="581025"/>
          </a:xfrm>
          <a:prstGeom prst="rect">
            <a:avLst/>
          </a:prstGeom>
          <a:solidFill>
            <a:srgbClr val="F0F0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مربع نص 6"/>
          <p:cNvSpPr txBox="1"/>
          <p:nvPr/>
        </p:nvSpPr>
        <p:spPr>
          <a:xfrm>
            <a:off x="7800357" y="150182"/>
            <a:ext cx="848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100" dirty="0" smtClean="0">
                <a:solidFill>
                  <a:schemeClr val="accent1">
                    <a:lumMod val="50000"/>
                  </a:schemeClr>
                </a:solidFill>
                <a:hlinkClick r:id="rId3" action="ppaction://hlinksldjump"/>
              </a:rPr>
              <a:t>الصفة الرئيسية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مربع نص 15"/>
          <p:cNvSpPr txBox="1"/>
          <p:nvPr/>
        </p:nvSpPr>
        <p:spPr>
          <a:xfrm>
            <a:off x="8533202" y="150182"/>
            <a:ext cx="9334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100" dirty="0" smtClean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برنامج التمارين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مربع نص 16"/>
          <p:cNvSpPr txBox="1"/>
          <p:nvPr/>
        </p:nvSpPr>
        <p:spPr>
          <a:xfrm>
            <a:off x="9408368" y="150182"/>
            <a:ext cx="992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100" dirty="0" smtClean="0">
                <a:solidFill>
                  <a:schemeClr val="accent1">
                    <a:lumMod val="50000"/>
                  </a:schemeClr>
                </a:solidFill>
                <a:hlinkClick r:id="rId5" action="ppaction://hlinksldjump"/>
              </a:rPr>
              <a:t>تفاصيل البرنامج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مربع نص 17"/>
          <p:cNvSpPr txBox="1"/>
          <p:nvPr/>
        </p:nvSpPr>
        <p:spPr>
          <a:xfrm>
            <a:off x="10489417" y="150182"/>
            <a:ext cx="8072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100" dirty="0" smtClean="0">
                <a:solidFill>
                  <a:schemeClr val="accent1">
                    <a:lumMod val="50000"/>
                  </a:schemeClr>
                </a:solidFill>
                <a:hlinkClick r:id="rId6" action="ppaction://hlinksldjump"/>
              </a:rPr>
              <a:t>نصائح غذائية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مربع نص 18"/>
          <p:cNvSpPr txBox="1"/>
          <p:nvPr/>
        </p:nvSpPr>
        <p:spPr>
          <a:xfrm>
            <a:off x="11423255" y="150182"/>
            <a:ext cx="6421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100" dirty="0" smtClean="0">
                <a:solidFill>
                  <a:schemeClr val="accent1">
                    <a:lumMod val="50000"/>
                  </a:schemeClr>
                </a:solidFill>
                <a:hlinkClick r:id="rId7" action="ppaction://hlinksldjump"/>
              </a:rPr>
              <a:t>اتصل بنا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97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عنصر نائب للمحتوى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1" name="مستطيل 10"/>
          <p:cNvSpPr/>
          <p:nvPr/>
        </p:nvSpPr>
        <p:spPr>
          <a:xfrm>
            <a:off x="7743825" y="0"/>
            <a:ext cx="4448175" cy="581025"/>
          </a:xfrm>
          <a:prstGeom prst="rect">
            <a:avLst/>
          </a:prstGeom>
          <a:solidFill>
            <a:srgbClr val="F0F0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مربع نص 11"/>
          <p:cNvSpPr txBox="1"/>
          <p:nvPr/>
        </p:nvSpPr>
        <p:spPr>
          <a:xfrm>
            <a:off x="7800357" y="150182"/>
            <a:ext cx="848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100" dirty="0" smtClean="0">
                <a:solidFill>
                  <a:schemeClr val="accent1">
                    <a:lumMod val="50000"/>
                  </a:schemeClr>
                </a:solidFill>
                <a:hlinkClick r:id="rId3" action="ppaction://hlinksldjump"/>
              </a:rPr>
              <a:t>الصفة الرئيسية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مربع نص 12"/>
          <p:cNvSpPr txBox="1"/>
          <p:nvPr/>
        </p:nvSpPr>
        <p:spPr>
          <a:xfrm>
            <a:off x="8533202" y="150182"/>
            <a:ext cx="9334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100" dirty="0" smtClean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برنامج التمارين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مربع نص 13"/>
          <p:cNvSpPr txBox="1"/>
          <p:nvPr/>
        </p:nvSpPr>
        <p:spPr>
          <a:xfrm>
            <a:off x="9408368" y="150182"/>
            <a:ext cx="992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100" dirty="0" smtClean="0">
                <a:solidFill>
                  <a:schemeClr val="accent1">
                    <a:lumMod val="50000"/>
                  </a:schemeClr>
                </a:solidFill>
                <a:hlinkClick r:id="rId5" action="ppaction://hlinksldjump"/>
              </a:rPr>
              <a:t>تفاصيل البرنامج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مربع نص 14"/>
          <p:cNvSpPr txBox="1"/>
          <p:nvPr/>
        </p:nvSpPr>
        <p:spPr>
          <a:xfrm>
            <a:off x="10489417" y="150182"/>
            <a:ext cx="8072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100" dirty="0" smtClean="0">
                <a:solidFill>
                  <a:schemeClr val="accent1">
                    <a:lumMod val="50000"/>
                  </a:schemeClr>
                </a:solidFill>
                <a:hlinkClick r:id="rId6" action="ppaction://hlinksldjump"/>
              </a:rPr>
              <a:t>نصائح غذائية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مربع نص 15"/>
          <p:cNvSpPr txBox="1"/>
          <p:nvPr/>
        </p:nvSpPr>
        <p:spPr>
          <a:xfrm>
            <a:off x="11423255" y="150182"/>
            <a:ext cx="6421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100" dirty="0" smtClean="0">
                <a:solidFill>
                  <a:schemeClr val="accent1">
                    <a:lumMod val="50000"/>
                  </a:schemeClr>
                </a:solidFill>
                <a:hlinkClick r:id="rId7" action="ppaction://hlinksldjump"/>
              </a:rPr>
              <a:t>اتصل بنا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69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عنصر نائب للمحتوى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مستطيل 4"/>
          <p:cNvSpPr/>
          <p:nvPr/>
        </p:nvSpPr>
        <p:spPr>
          <a:xfrm>
            <a:off x="6714146" y="0"/>
            <a:ext cx="5473700" cy="800100"/>
          </a:xfrm>
          <a:prstGeom prst="rect">
            <a:avLst/>
          </a:prstGeom>
          <a:solidFill>
            <a:srgbClr val="F0F0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" name="مربع نص 6"/>
          <p:cNvSpPr txBox="1"/>
          <p:nvPr/>
        </p:nvSpPr>
        <p:spPr>
          <a:xfrm>
            <a:off x="8083733" y="250066"/>
            <a:ext cx="1074092" cy="30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3" action="ppaction://hlinksldjump"/>
              </a:rPr>
              <a:t>برنامج التمارين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مربع نص 7"/>
          <p:cNvSpPr txBox="1"/>
          <p:nvPr/>
        </p:nvSpPr>
        <p:spPr>
          <a:xfrm>
            <a:off x="9220703" y="246161"/>
            <a:ext cx="1162482" cy="305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تفاصيل البرنامج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مربع نص 8"/>
          <p:cNvSpPr txBox="1"/>
          <p:nvPr/>
        </p:nvSpPr>
        <p:spPr>
          <a:xfrm>
            <a:off x="10383185" y="243745"/>
            <a:ext cx="1042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5" action="ppaction://hlinksldjump"/>
              </a:rPr>
              <a:t>نصائح غذائية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11428157" y="243745"/>
            <a:ext cx="814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6" action="ppaction://hlinksldjump"/>
              </a:rPr>
              <a:t>اتصل بنا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مربع نص 10"/>
          <p:cNvSpPr txBox="1"/>
          <p:nvPr/>
        </p:nvSpPr>
        <p:spPr>
          <a:xfrm>
            <a:off x="6807923" y="246161"/>
            <a:ext cx="1148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7" action="ppaction://hlinksldjump"/>
              </a:rPr>
              <a:t>الصفة الرئيسية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86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عنصر نائب للمحتوى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" y="0"/>
            <a:ext cx="12192315" cy="6858000"/>
          </a:xfrm>
        </p:spPr>
      </p:pic>
      <p:sp>
        <p:nvSpPr>
          <p:cNvPr id="5" name="مستطيل 4"/>
          <p:cNvSpPr/>
          <p:nvPr/>
        </p:nvSpPr>
        <p:spPr>
          <a:xfrm>
            <a:off x="6692901" y="0"/>
            <a:ext cx="5499100" cy="812800"/>
          </a:xfrm>
          <a:prstGeom prst="rect">
            <a:avLst/>
          </a:prstGeom>
          <a:solidFill>
            <a:srgbClr val="F0F0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" name="مربع نص 5"/>
          <p:cNvSpPr txBox="1"/>
          <p:nvPr/>
        </p:nvSpPr>
        <p:spPr>
          <a:xfrm>
            <a:off x="6858452" y="239808"/>
            <a:ext cx="1105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3" action="ppaction://hlinksldjump"/>
              </a:rPr>
              <a:t>الصفة الرئيسية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7963704" y="239808"/>
            <a:ext cx="1159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برنامج التمارين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مربع نص 7"/>
          <p:cNvSpPr txBox="1"/>
          <p:nvPr/>
        </p:nvSpPr>
        <p:spPr>
          <a:xfrm>
            <a:off x="9286563" y="239809"/>
            <a:ext cx="1109132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5" action="ppaction://hlinksldjump"/>
              </a:rPr>
              <a:t>تفاصيل البرنامج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مربع نص 8"/>
          <p:cNvSpPr txBox="1"/>
          <p:nvPr/>
        </p:nvSpPr>
        <p:spPr>
          <a:xfrm>
            <a:off x="10330654" y="232711"/>
            <a:ext cx="1177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6" action="ppaction://hlinksldjump"/>
              </a:rPr>
              <a:t>نصائح غذائية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مربع نص 10"/>
          <p:cNvSpPr txBox="1"/>
          <p:nvPr/>
        </p:nvSpPr>
        <p:spPr>
          <a:xfrm>
            <a:off x="11507957" y="232711"/>
            <a:ext cx="684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7" action="ppaction://hlinksldjump"/>
              </a:rPr>
              <a:t>اتصل بنا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76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عنصر نائب للمحتوى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مستطيل 4"/>
          <p:cNvSpPr/>
          <p:nvPr/>
        </p:nvSpPr>
        <p:spPr>
          <a:xfrm>
            <a:off x="6604001" y="0"/>
            <a:ext cx="5588000" cy="812800"/>
          </a:xfrm>
          <a:prstGeom prst="rect">
            <a:avLst/>
          </a:prstGeom>
          <a:solidFill>
            <a:srgbClr val="F0F0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" name="مربع نص 5"/>
          <p:cNvSpPr txBox="1"/>
          <p:nvPr/>
        </p:nvSpPr>
        <p:spPr>
          <a:xfrm>
            <a:off x="6820289" y="235163"/>
            <a:ext cx="1081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3" action="ppaction://hlinksldjump"/>
              </a:rPr>
              <a:t>الصفة الرئيسية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7910387" y="224879"/>
            <a:ext cx="1084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برنامج التمارين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مربع نص 7"/>
          <p:cNvSpPr txBox="1"/>
          <p:nvPr/>
        </p:nvSpPr>
        <p:spPr>
          <a:xfrm>
            <a:off x="9003746" y="252511"/>
            <a:ext cx="1149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5" action="ppaction://hlinksldjump"/>
              </a:rPr>
              <a:t>تفاصيل البرنامج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مربع نص 8"/>
          <p:cNvSpPr txBox="1"/>
          <p:nvPr/>
        </p:nvSpPr>
        <p:spPr>
          <a:xfrm>
            <a:off x="10153621" y="235163"/>
            <a:ext cx="10621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6" action="ppaction://hlinksldjump"/>
              </a:rPr>
              <a:t>نصائح غذائية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11394700" y="235163"/>
            <a:ext cx="715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JO" sz="1400" dirty="0" smtClean="0">
                <a:solidFill>
                  <a:schemeClr val="accent1">
                    <a:lumMod val="50000"/>
                  </a:schemeClr>
                </a:solidFill>
                <a:hlinkClick r:id="rId7" action="ppaction://hlinksldjump"/>
              </a:rPr>
              <a:t>اتصل بنا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16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50</Words>
  <Application>Microsoft Office PowerPoint</Application>
  <PresentationFormat>ملء الشاشة</PresentationFormat>
  <Paragraphs>25</Paragraphs>
  <Slides>5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DELL</dc:creator>
  <cp:lastModifiedBy>DELL</cp:lastModifiedBy>
  <cp:revision>5</cp:revision>
  <dcterms:created xsi:type="dcterms:W3CDTF">2025-06-03T21:54:16Z</dcterms:created>
  <dcterms:modified xsi:type="dcterms:W3CDTF">2025-06-03T22:31:50Z</dcterms:modified>
</cp:coreProperties>
</file>